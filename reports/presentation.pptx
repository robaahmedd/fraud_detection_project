
<file path=[Content_Types].xml><?xml version="1.0" encoding="utf-8"?>
<Types xmlns="http://schemas.openxmlformats.org/package/2006/content-types">
  <Default Extension="png" ContentType="image/png"/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84" r:id="rId1"/>
  </p:sldMasterIdLst>
  <p:sldIdLst>
    <p:sldId id="256" r:id="rId2"/>
    <p:sldId id="257" r:id="rId3"/>
    <p:sldId id="258" r:id="rId4"/>
    <p:sldId id="260" r:id="rId5"/>
    <p:sldId id="261" r:id="rId6"/>
    <p:sldId id="263" r:id="rId7"/>
    <p:sldId id="278" r:id="rId8"/>
    <p:sldId id="281" r:id="rId9"/>
    <p:sldId id="279" r:id="rId10"/>
    <p:sldId id="282" r:id="rId11"/>
    <p:sldId id="264" r:id="rId12"/>
    <p:sldId id="280" r:id="rId13"/>
    <p:sldId id="266" r:id="rId14"/>
    <p:sldId id="265" r:id="rId15"/>
    <p:sldId id="275" r:id="rId16"/>
    <p:sldId id="269" r:id="rId17"/>
    <p:sldId id="271" r:id="rId18"/>
    <p:sldId id="272" r:id="rId19"/>
    <p:sldId id="274" r:id="rId20"/>
    <p:sldId id="276" r:id="rId21"/>
    <p:sldId id="283" r:id="rId22"/>
    <p:sldId id="277" r:id="rId23"/>
  </p:sldIdLst>
  <p:sldSz cx="9144000" cy="6858000" type="screen4x3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vertBarState="minimized">
    <p:restoredLeft sz="15620"/>
    <p:restoredTop sz="94660"/>
  </p:normalViewPr>
  <p:slideViewPr>
    <p:cSldViewPr>
      <p:cViewPr varScale="1">
        <p:scale>
          <a:sx n="51" d="100"/>
          <a:sy n="51" d="100"/>
        </p:scale>
        <p:origin x="-1704" y="-72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theme" Target="theme/theme1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presProps" Target="pres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tableStyles" Target="tableStyles.xml"/></Relationships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ight Triangle 9"/>
          <p:cNvSpPr/>
          <p:nvPr/>
        </p:nvSpPr>
        <p:spPr>
          <a:xfrm>
            <a:off x="-2" y="4664147"/>
            <a:ext cx="9151089" cy="0"/>
          </a:xfrm>
          <a:prstGeom prst="rtTriangle">
            <a:avLst/>
          </a:prstGeom>
          <a:gradFill flip="none" rotWithShape="1">
            <a:gsLst>
              <a:gs pos="0">
                <a:schemeClr val="accent1">
                  <a:shade val="35000"/>
                  <a:satMod val="170000"/>
                  <a:alpha val="100000"/>
                </a:schemeClr>
              </a:gs>
              <a:gs pos="55000">
                <a:schemeClr val="accent1">
                  <a:tint val="90000"/>
                  <a:satMod val="150000"/>
                  <a:alpha val="100000"/>
                </a:schemeClr>
              </a:gs>
              <a:gs pos="100000">
                <a:schemeClr val="accent1">
                  <a:shade val="35000"/>
                  <a:satMod val="170000"/>
                  <a:alpha val="100000"/>
                </a:schemeClr>
              </a:gs>
            </a:gsLst>
            <a:lin ang="3000000" scaled="1"/>
            <a:tileRect/>
          </a:gradFill>
          <a:ln w="12700" cap="rnd" cmpd="thickThin" algn="ctr">
            <a:noFill/>
            <a:prstDash val="solid"/>
          </a:ln>
          <a:effectLst/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ctr"/>
          <a:lstStyle>
            <a:extLst/>
          </a:lstStyle>
          <a:p>
            <a:pPr algn="ctr" eaLnBrk="1" latinLnBrk="0" hangingPunct="1"/>
            <a:endParaRPr kumimoji="0" lang="en-US"/>
          </a:p>
        </p:txBody>
      </p:sp>
      <p:sp>
        <p:nvSpPr>
          <p:cNvPr id="9" name="Title 8"/>
          <p:cNvSpPr>
            <a:spLocks noGrp="1"/>
          </p:cNvSpPr>
          <p:nvPr>
            <p:ph type="ctrTitle"/>
          </p:nvPr>
        </p:nvSpPr>
        <p:spPr>
          <a:xfrm>
            <a:off x="685800" y="1752601"/>
            <a:ext cx="7772400" cy="1829761"/>
          </a:xfrm>
        </p:spPr>
        <p:txBody>
          <a:bodyPr vert="horz" anchor="b">
            <a:normAutofit/>
            <a:scene3d>
              <a:camera prst="orthographicFront"/>
              <a:lightRig rig="soft" dir="t"/>
            </a:scene3d>
            <a:sp3d prstMaterial="softEdge">
              <a:bevelT w="25400" h="25400"/>
            </a:sp3d>
          </a:bodyPr>
          <a:lstStyle>
            <a:lvl1pPr algn="r">
              <a:defRPr sz="4800" b="1">
                <a:solidFill>
                  <a:schemeClr val="tx2"/>
                </a:solidFill>
                <a:effectLst>
                  <a:outerShdw blurRad="31750" dist="25400" dir="5400000" algn="tl" rotWithShape="0">
                    <a:srgbClr val="000000">
                      <a:alpha val="25000"/>
                    </a:srgbClr>
                  </a:outerShdw>
                </a:effectLst>
              </a:defRPr>
            </a:lvl1pPr>
            <a:extLst/>
          </a:lstStyle>
          <a:p>
            <a:r>
              <a:rPr kumimoji="0" lang="en-US" smtClean="0"/>
              <a:t>Click to edit Master title style</a:t>
            </a:r>
            <a:endParaRPr kumimoji="0" lang="en-US"/>
          </a:p>
        </p:txBody>
      </p:sp>
      <p:sp>
        <p:nvSpPr>
          <p:cNvPr id="17" name="Subtitle 16"/>
          <p:cNvSpPr>
            <a:spLocks noGrp="1"/>
          </p:cNvSpPr>
          <p:nvPr>
            <p:ph type="subTitle" idx="1"/>
          </p:nvPr>
        </p:nvSpPr>
        <p:spPr>
          <a:xfrm>
            <a:off x="685800" y="3611607"/>
            <a:ext cx="7772400" cy="1199704"/>
          </a:xfrm>
        </p:spPr>
        <p:txBody>
          <a:bodyPr lIns="45720" rIns="45720"/>
          <a:lstStyle>
            <a:lvl1pPr marL="0" marR="64008" indent="0" algn="r">
              <a:buNone/>
              <a:defRPr>
                <a:solidFill>
                  <a:schemeClr val="tx2"/>
                </a:solidFill>
              </a:defRPr>
            </a:lvl1pPr>
            <a:lvl2pPr marL="457200" indent="0" algn="ctr">
              <a:buNone/>
            </a:lvl2pPr>
            <a:lvl3pPr marL="914400" indent="0" algn="ctr">
              <a:buNone/>
            </a:lvl3pPr>
            <a:lvl4pPr marL="1371600" indent="0" algn="ctr">
              <a:buNone/>
            </a:lvl4pPr>
            <a:lvl5pPr marL="1828800" indent="0" algn="ctr">
              <a:buNone/>
            </a:lvl5pPr>
            <a:lvl6pPr marL="2286000" indent="0" algn="ctr">
              <a:buNone/>
            </a:lvl6pPr>
            <a:lvl7pPr marL="2743200" indent="0" algn="ctr">
              <a:buNone/>
            </a:lvl7pPr>
            <a:lvl8pPr marL="3200400" indent="0" algn="ctr">
              <a:buNone/>
            </a:lvl8pPr>
            <a:lvl9pPr marL="3657600" indent="0" algn="ctr">
              <a:buNone/>
            </a:lvl9pPr>
            <a:extLst/>
          </a:lstStyle>
          <a:p>
            <a:r>
              <a:rPr kumimoji="0" lang="en-US" smtClean="0"/>
              <a:t>Click to edit Master subtitle style</a:t>
            </a:r>
            <a:endParaRPr kumimoji="0" lang="en-US"/>
          </a:p>
        </p:txBody>
      </p:sp>
      <p:grpSp>
        <p:nvGrpSpPr>
          <p:cNvPr id="2" name="Group 1"/>
          <p:cNvGrpSpPr/>
          <p:nvPr/>
        </p:nvGrpSpPr>
        <p:grpSpPr>
          <a:xfrm>
            <a:off x="-3765" y="4953000"/>
            <a:ext cx="9147765" cy="1912088"/>
            <a:chOff x="-3765" y="4832896"/>
            <a:chExt cx="9147765" cy="2032192"/>
          </a:xfrm>
        </p:grpSpPr>
        <p:sp>
          <p:nvSpPr>
            <p:cNvPr id="7" name="Freeform 6"/>
            <p:cNvSpPr>
              <a:spLocks/>
            </p:cNvSpPr>
            <p:nvPr/>
          </p:nvSpPr>
          <p:spPr bwMode="auto">
            <a:xfrm>
              <a:off x="1687513" y="4832896"/>
              <a:ext cx="7456487" cy="518816"/>
            </a:xfrm>
            <a:custGeom>
              <a:avLst>
                <a:gd name="A1" fmla="val 0"/>
                <a:gd name="A2" fmla="val 0"/>
                <a:gd name="A3" fmla="val 0"/>
                <a:gd name="A4" fmla="val 0"/>
                <a:gd name="A5" fmla="val 0"/>
                <a:gd name="A6" fmla="val 0"/>
                <a:gd name="A7" fmla="val 0"/>
                <a:gd name="A8" fmla="val 0"/>
              </a:avLst>
              <a:gdLst/>
              <a:ahLst/>
              <a:cxnLst>
                <a:cxn ang="0">
                  <a:pos x="4697" y="0"/>
                </a:cxn>
                <a:cxn ang="0">
                  <a:pos x="4697" y="367"/>
                </a:cxn>
                <a:cxn ang="0">
                  <a:pos x="0" y="218"/>
                </a:cxn>
                <a:cxn ang="0">
                  <a:pos x="4697" y="0"/>
                </a:cxn>
              </a:cxnLst>
              <a:rect l="0" t="0" r="0" b="0"/>
              <a:pathLst>
                <a:path w="4697" h="367">
                  <a:moveTo>
                    <a:pt x="4697" y="0"/>
                  </a:moveTo>
                  <a:lnTo>
                    <a:pt x="4697" y="367"/>
                  </a:lnTo>
                  <a:lnTo>
                    <a:pt x="0" y="218"/>
                  </a:lnTo>
                  <a:lnTo>
                    <a:pt x="4697" y="0"/>
                  </a:lnTo>
                  <a:close/>
                </a:path>
              </a:pathLst>
            </a:custGeom>
            <a:solidFill>
              <a:schemeClr val="accent1">
                <a:tint val="65000"/>
                <a:satMod val="115000"/>
                <a:alpha val="40000"/>
              </a:schemeClr>
            </a:solidFill>
            <a:ln w="9525" cap="flat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91440" tIns="45720" rIns="91440" bIns="45720" anchor="t" compatLnSpc="1"/>
            <a:lstStyle>
              <a:extLst/>
            </a:lstStyle>
            <a:p>
              <a:endParaRPr kumimoji="0" lang="en-US"/>
            </a:p>
          </p:txBody>
        </p:sp>
        <p:sp>
          <p:nvSpPr>
            <p:cNvPr id="8" name="Freeform 7"/>
            <p:cNvSpPr>
              <a:spLocks/>
            </p:cNvSpPr>
            <p:nvPr/>
          </p:nvSpPr>
          <p:spPr bwMode="auto">
            <a:xfrm>
              <a:off x="35443" y="5135526"/>
              <a:ext cx="9108557" cy="838200"/>
            </a:xfrm>
            <a:custGeom>
              <a:avLst>
                <a:gd name="A1" fmla="val 0"/>
                <a:gd name="A2" fmla="val 0"/>
                <a:gd name="A3" fmla="val 0"/>
                <a:gd name="A4" fmla="val 0"/>
                <a:gd name="A5" fmla="val 0"/>
                <a:gd name="A6" fmla="val 0"/>
                <a:gd name="A7" fmla="val 0"/>
                <a:gd name="A8" fmla="val 0"/>
              </a:avLst>
              <a:gdLst/>
              <a:ahLst/>
              <a:cxnLst>
                <a:cxn ang="0">
                  <a:pos x="0" y="0"/>
                </a:cxn>
                <a:cxn ang="0">
                  <a:pos x="5760" y="0"/>
                </a:cxn>
                <a:cxn ang="0">
                  <a:pos x="5760" y="528"/>
                </a:cxn>
                <a:cxn ang="0">
                  <a:pos x="48" y="0"/>
                </a:cxn>
              </a:cxnLst>
              <a:rect l="0" t="0" r="0" b="0"/>
              <a:pathLst>
                <a:path w="5760" h="528">
                  <a:moveTo>
                    <a:pt x="0" y="0"/>
                  </a:moveTo>
                  <a:lnTo>
                    <a:pt x="5760" y="0"/>
                  </a:lnTo>
                  <a:lnTo>
                    <a:pt x="5760" y="528"/>
                  </a:lnTo>
                  <a:lnTo>
                    <a:pt x="48" y="0"/>
                  </a:lnTo>
                </a:path>
              </a:pathLst>
            </a:custGeom>
            <a:solidFill>
              <a:srgbClr val="000000">
                <a:alpha val="100000"/>
              </a:srgbClr>
            </a:solidFill>
            <a:ln w="9525" cap="flat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91440" tIns="45720" rIns="91440" bIns="45720" anchor="t" compatLnSpc="1"/>
            <a:lstStyle>
              <a:extLst/>
            </a:lstStyle>
            <a:p>
              <a:endParaRPr kumimoji="0" lang="en-US"/>
            </a:p>
          </p:txBody>
        </p:sp>
        <p:sp>
          <p:nvSpPr>
            <p:cNvPr id="11" name="Freeform 10"/>
            <p:cNvSpPr>
              <a:spLocks/>
            </p:cNvSpPr>
            <p:nvPr/>
          </p:nvSpPr>
          <p:spPr bwMode="auto">
            <a:xfrm>
              <a:off x="0" y="4883888"/>
              <a:ext cx="9144000" cy="1981200"/>
            </a:xfrm>
            <a:custGeom>
              <a:avLst>
                <a:gd name="A1" fmla="val 0"/>
                <a:gd name="A2" fmla="val 0"/>
                <a:gd name="A3" fmla="val 0"/>
                <a:gd name="A4" fmla="val 0"/>
                <a:gd name="A5" fmla="val 0"/>
                <a:gd name="A6" fmla="val 0"/>
                <a:gd name="A7" fmla="val 0"/>
                <a:gd name="A8" fmla="val 0"/>
              </a:avLst>
              <a:gdLst/>
              <a:ahLst/>
              <a:cxnLst>
                <a:cxn ang="0">
                  <a:pos x="0" y="0"/>
                </a:cxn>
                <a:cxn ang="0">
                  <a:pos x="0" y="1248"/>
                </a:cxn>
                <a:cxn ang="0">
                  <a:pos x="5760" y="1248"/>
                </a:cxn>
                <a:cxn ang="0">
                  <a:pos x="5760" y="528"/>
                </a:cxn>
                <a:cxn ang="0">
                  <a:pos x="0" y="0"/>
                </a:cxn>
              </a:cxnLst>
              <a:rect l="0" t="0" r="0" b="0"/>
              <a:pathLst>
                <a:path w="5760" h="1248">
                  <a:moveTo>
                    <a:pt x="0" y="0"/>
                  </a:moveTo>
                  <a:lnTo>
                    <a:pt x="0" y="1248"/>
                  </a:lnTo>
                  <a:lnTo>
                    <a:pt x="5760" y="1248"/>
                  </a:lnTo>
                  <a:lnTo>
                    <a:pt x="5760" y="528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>
                <a:alphaModFix amt="50000"/>
              </a:blip>
              <a:tile tx="0" ty="0" sx="50000" sy="50000" flip="none" algn="t"/>
            </a:blipFill>
            <a:ln w="12700" cap="rnd" cmpd="thickThin" algn="ctr">
              <a:noFill/>
              <a:prstDash val="solid"/>
            </a:ln>
            <a:effectLst>
              <a:fillOverlay blend="mult">
                <a:gradFill flip="none" rotWithShape="1">
                  <a:gsLst>
                    <a:gs pos="0">
                      <a:schemeClr val="accent1">
                        <a:shade val="20000"/>
                        <a:satMod val="176000"/>
                        <a:alpha val="100000"/>
                      </a:schemeClr>
                    </a:gs>
                    <a:gs pos="18000">
                      <a:schemeClr val="accent1">
                        <a:shade val="48000"/>
                        <a:satMod val="153000"/>
                        <a:alpha val="100000"/>
                      </a:schemeClr>
                    </a:gs>
                    <a:gs pos="43000">
                      <a:schemeClr val="accent1">
                        <a:tint val="86000"/>
                        <a:satMod val="149000"/>
                        <a:alpha val="100000"/>
                      </a:schemeClr>
                    </a:gs>
                    <a:gs pos="45000">
                      <a:schemeClr val="accent1">
                        <a:tint val="85000"/>
                        <a:satMod val="150000"/>
                        <a:alpha val="100000"/>
                      </a:schemeClr>
                    </a:gs>
                    <a:gs pos="50000">
                      <a:schemeClr val="accent1">
                        <a:tint val="86000"/>
                        <a:satMod val="149000"/>
                        <a:alpha val="100000"/>
                      </a:schemeClr>
                    </a:gs>
                    <a:gs pos="79000">
                      <a:schemeClr val="accent1">
                        <a:shade val="53000"/>
                        <a:satMod val="150000"/>
                        <a:alpha val="100000"/>
                      </a:schemeClr>
                    </a:gs>
                    <a:gs pos="100000">
                      <a:schemeClr val="accent1">
                        <a:shade val="25000"/>
                        <a:satMod val="170000"/>
                        <a:alpha val="100000"/>
                      </a:schemeClr>
                    </a:gs>
                  </a:gsLst>
                  <a:lin ang="450000" scaled="1"/>
                  <a:tileRect/>
                </a:gradFill>
              </a:fillOverlay>
            </a:effectLst>
          </p:spPr>
          <p:style>
            <a:lnRef idx="3">
              <a:schemeClr val="lt1"/>
            </a:lnRef>
            <a:fillRef idx="1">
              <a:schemeClr val="accent1"/>
            </a:fillRef>
            <a:effectRef idx="1">
              <a:schemeClr val="accent1"/>
            </a:effectRef>
            <a:fontRef idx="minor">
              <a:schemeClr val="lt1"/>
            </a:fontRef>
          </p:style>
          <p:txBody>
            <a:bodyPr vert="horz" wrap="square" lIns="91440" tIns="45720" rIns="91440" bIns="45720" anchor="ctr" compatLnSpc="1"/>
            <a:lstStyle>
              <a:extLst/>
            </a:lstStyle>
            <a:p>
              <a:pPr algn="ctr" eaLnBrk="1" latinLnBrk="0" hangingPunct="1"/>
              <a:endParaRPr kumimoji="0" lang="en-US"/>
            </a:p>
          </p:txBody>
        </p:sp>
        <p:cxnSp>
          <p:nvCxnSpPr>
            <p:cNvPr id="12" name="Straight Connector 11"/>
            <p:cNvCxnSpPr/>
            <p:nvPr/>
          </p:nvCxnSpPr>
          <p:spPr>
            <a:xfrm>
              <a:off x="-3765" y="4880373"/>
              <a:ext cx="9147765" cy="839943"/>
            </a:xfrm>
            <a:prstGeom prst="line">
              <a:avLst/>
            </a:prstGeom>
            <a:noFill/>
            <a:ln w="12065" cap="flat" cmpd="sng" algn="ctr">
              <a:gradFill>
                <a:gsLst>
                  <a:gs pos="45000">
                    <a:schemeClr val="accent1">
                      <a:tint val="70000"/>
                      <a:satMod val="110000"/>
                    </a:schemeClr>
                  </a:gs>
                  <a:gs pos="15000">
                    <a:schemeClr val="accent1">
                      <a:shade val="40000"/>
                      <a:satMod val="110000"/>
                    </a:schemeClr>
                  </a:gs>
                </a:gsLst>
                <a:lin ang="5400000" scaled="1"/>
              </a:gradFill>
              <a:prstDash val="solid"/>
              <a:miter lim="800000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30" name="Date Placeholder 29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rgbClr val="FFFFFF"/>
                </a:solidFill>
              </a:defRPr>
            </a:lvl1pPr>
            <a:extLst/>
          </a:lstStyle>
          <a:p>
            <a:fld id="{EA93E597-01CF-48D2-83BA-947F2E3D3D10}" type="datetimeFigureOut">
              <a:rPr lang="en-US" smtClean="0"/>
              <a:t>12/1/2025</a:t>
            </a:fld>
            <a:endParaRPr lang="en-US"/>
          </a:p>
        </p:txBody>
      </p:sp>
      <p:sp>
        <p:nvSpPr>
          <p:cNvPr id="19" name="Footer Placeholder 18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accent1">
                    <a:tint val="20000"/>
                  </a:schemeClr>
                </a:solidFill>
              </a:defRPr>
            </a:lvl1pPr>
            <a:extLst/>
          </a:lstStyle>
          <a:p>
            <a:endParaRPr lang="en-US"/>
          </a:p>
        </p:txBody>
      </p:sp>
      <p:sp>
        <p:nvSpPr>
          <p:cNvPr id="27" name="Slide Number Placeholder 2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rgbClr val="FFFFFF"/>
                </a:solidFill>
              </a:defRPr>
            </a:lvl1pPr>
            <a:extLst/>
          </a:lstStyle>
          <a:p>
            <a:fld id="{04AFDF44-B8B8-4338-9ED6-D150207956F4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>
            <a:extLst/>
          </a:lstStyle>
          <a:p>
            <a:pPr lvl="0" eaLnBrk="1" latinLnBrk="0" hangingPunct="1"/>
            <a:r>
              <a:rPr lang="en-US" smtClean="0"/>
              <a:t>Click to edit Master text styles</a:t>
            </a:r>
          </a:p>
          <a:p>
            <a:pPr lvl="1" eaLnBrk="1" latinLnBrk="0" hangingPunct="1"/>
            <a:r>
              <a:rPr lang="en-US" smtClean="0"/>
              <a:t>Second level</a:t>
            </a:r>
          </a:p>
          <a:p>
            <a:pPr lvl="2" eaLnBrk="1" latinLnBrk="0" hangingPunct="1"/>
            <a:r>
              <a:rPr lang="en-US" smtClean="0"/>
              <a:t>Third level</a:t>
            </a:r>
          </a:p>
          <a:p>
            <a:pPr lvl="3" eaLnBrk="1" latinLnBrk="0" hangingPunct="1"/>
            <a:r>
              <a:rPr lang="en-US" smtClean="0"/>
              <a:t>Fourth level</a:t>
            </a:r>
          </a:p>
          <a:p>
            <a:pPr lvl="4" eaLnBrk="1" latinLnBrk="0" hangingPunct="1"/>
            <a:r>
              <a:rPr lang="en-US" smtClean="0"/>
              <a:t>Fifth level</a:t>
            </a:r>
            <a:endParaRPr kumimoji="0"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extLst/>
          </a:lstStyle>
          <a:p>
            <a:fld id="{EA93E597-01CF-48D2-83BA-947F2E3D3D10}" type="datetimeFigureOut">
              <a:rPr lang="en-US" smtClean="0"/>
              <a:t>12/1/2025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extLst/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extLst/>
          </a:lstStyle>
          <a:p>
            <a:fld id="{04AFDF44-B8B8-4338-9ED6-D150207956F4}" type="slidenum">
              <a:rPr lang="en-US" smtClean="0"/>
              <a:t>‹#›</a:t>
            </a:fld>
            <a:endParaRPr lang="en-US"/>
          </a:p>
        </p:txBody>
      </p:sp>
      <p:sp>
        <p:nvSpPr>
          <p:cNvPr id="7" name="Title 6"/>
          <p:cNvSpPr>
            <a:spLocks noGrp="1"/>
          </p:cNvSpPr>
          <p:nvPr>
            <p:ph type="title"/>
          </p:nvPr>
        </p:nvSpPr>
        <p:spPr/>
        <p:txBody>
          <a:bodyPr rtlCol="0"/>
          <a:lstStyle>
            <a:extLst/>
          </a:lstStyle>
          <a:p>
            <a:r>
              <a:rPr kumimoji="0" lang="en-US" smtClean="0"/>
              <a:t>Click to edit Master title style</a:t>
            </a:r>
            <a:endParaRPr kumimoji="0"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bg>
      <p:bgRef idx="1002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76" y="1059712"/>
            <a:ext cx="7772400" cy="1828800"/>
          </a:xfrm>
        </p:spPr>
        <p:txBody>
          <a:bodyPr vert="horz" anchor="b">
            <a:normAutofit/>
            <a:scene3d>
              <a:camera prst="orthographicFront"/>
              <a:lightRig rig="soft" dir="t"/>
            </a:scene3d>
            <a:sp3d prstMaterial="softEdge">
              <a:bevelT w="25400" h="25400"/>
            </a:sp3d>
          </a:bodyPr>
          <a:lstStyle>
            <a:lvl1pPr algn="r">
              <a:buNone/>
              <a:defRPr sz="4800" b="1" cap="none" baseline="0">
                <a:effectLst>
                  <a:outerShdw blurRad="31750" dist="25400" dir="5400000" algn="tl" rotWithShape="0">
                    <a:srgbClr val="000000">
                      <a:alpha val="25000"/>
                    </a:srgbClr>
                  </a:outerShdw>
                </a:effectLst>
              </a:defRPr>
            </a:lvl1pPr>
            <a:extLst/>
          </a:lstStyle>
          <a:p>
            <a:r>
              <a:rPr kumimoji="0" lang="en-US" smtClean="0"/>
              <a:t>Click to edit Master title style</a:t>
            </a:r>
            <a:endParaRPr kumimoji="0"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3922713" y="2931712"/>
            <a:ext cx="4572000" cy="1454888"/>
          </a:xfrm>
        </p:spPr>
        <p:txBody>
          <a:bodyPr lIns="91440" rIns="91440" anchor="t"/>
          <a:lstStyle>
            <a:lvl1pPr marL="0" indent="0" algn="l">
              <a:buNone/>
              <a:defRPr sz="2300">
                <a:solidFill>
                  <a:schemeClr val="tx1"/>
                </a:solidFill>
              </a:defRPr>
            </a:lvl1pPr>
            <a:lvl2pPr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extLst/>
          </a:lstStyle>
          <a:p>
            <a:pPr lvl="0" eaLnBrk="1" latinLnBrk="0" hangingPunct="1"/>
            <a:r>
              <a:rPr kumimoji="0"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extLst/>
          </a:lstStyle>
          <a:p>
            <a:fld id="{EA93E597-01CF-48D2-83BA-947F2E3D3D10}" type="datetimeFigureOut">
              <a:rPr lang="en-US" smtClean="0"/>
              <a:t>12/1/2025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extLst/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extLst/>
          </a:lstStyle>
          <a:p>
            <a:fld id="{04AFDF44-B8B8-4338-9ED6-D150207956F4}" type="slidenum">
              <a:rPr lang="en-US" smtClean="0"/>
              <a:t>‹#›</a:t>
            </a:fld>
            <a:endParaRPr lang="en-US"/>
          </a:p>
        </p:txBody>
      </p:sp>
      <p:sp>
        <p:nvSpPr>
          <p:cNvPr id="7" name="Chevron 6"/>
          <p:cNvSpPr/>
          <p:nvPr/>
        </p:nvSpPr>
        <p:spPr>
          <a:xfrm>
            <a:off x="3636680" y="3005472"/>
            <a:ext cx="182880" cy="228600"/>
          </a:xfrm>
          <a:prstGeom prst="chevron">
            <a:avLst>
              <a:gd name="adj" fmla="val 50000"/>
            </a:avLst>
          </a:prstGeom>
          <a:gradFill flip="none" rotWithShape="1">
            <a:gsLst>
              <a:gs pos="0">
                <a:schemeClr val="accent1">
                  <a:shade val="60000"/>
                  <a:satMod val="125000"/>
                </a:schemeClr>
              </a:gs>
              <a:gs pos="72000">
                <a:schemeClr val="accent1">
                  <a:tint val="90000"/>
                  <a:satMod val="138000"/>
                </a:schemeClr>
              </a:gs>
              <a:gs pos="100000">
                <a:schemeClr val="accent1">
                  <a:tint val="76000"/>
                  <a:satMod val="136000"/>
                </a:schemeClr>
              </a:gs>
            </a:gsLst>
            <a:lin ang="16200000" scaled="0"/>
          </a:gradFill>
          <a:ln w="3175" cap="rnd" cmpd="sng" algn="ctr">
            <a:solidFill>
              <a:schemeClr val="accent1">
                <a:shade val="50000"/>
              </a:schemeClr>
            </a:solidFill>
            <a:prstDash val="solid"/>
          </a:ln>
          <a:effectLst>
            <a:outerShdw blurRad="50800" dist="25400" dir="5400000">
              <a:srgbClr val="000000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>
            <a:extLst/>
          </a:lstStyle>
          <a:p>
            <a:pPr algn="l" eaLnBrk="1" latinLnBrk="0" hangingPunct="1"/>
            <a:endParaRPr kumimoji="0" lang="en-US"/>
          </a:p>
        </p:txBody>
      </p:sp>
      <p:sp>
        <p:nvSpPr>
          <p:cNvPr id="8" name="Chevron 7"/>
          <p:cNvSpPr/>
          <p:nvPr/>
        </p:nvSpPr>
        <p:spPr>
          <a:xfrm>
            <a:off x="3450264" y="3005472"/>
            <a:ext cx="182880" cy="228600"/>
          </a:xfrm>
          <a:prstGeom prst="chevron">
            <a:avLst>
              <a:gd name="adj" fmla="val 50000"/>
            </a:avLst>
          </a:prstGeom>
          <a:gradFill flip="none" rotWithShape="1">
            <a:gsLst>
              <a:gs pos="0">
                <a:schemeClr val="accent1">
                  <a:shade val="60000"/>
                  <a:satMod val="125000"/>
                </a:schemeClr>
              </a:gs>
              <a:gs pos="72000">
                <a:schemeClr val="accent1">
                  <a:tint val="90000"/>
                  <a:satMod val="138000"/>
                </a:schemeClr>
              </a:gs>
              <a:gs pos="100000">
                <a:schemeClr val="accent1">
                  <a:tint val="76000"/>
                  <a:satMod val="136000"/>
                </a:schemeClr>
              </a:gs>
            </a:gsLst>
            <a:lin ang="16200000" scaled="0"/>
          </a:gradFill>
          <a:ln w="3175" cap="rnd" cmpd="sng" algn="ctr">
            <a:solidFill>
              <a:schemeClr val="accent1">
                <a:shade val="50000"/>
              </a:schemeClr>
            </a:solidFill>
            <a:prstDash val="solid"/>
          </a:ln>
          <a:effectLst>
            <a:outerShdw blurRad="50800" dist="25400" dir="5400000">
              <a:srgbClr val="000000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>
            <a:extLst/>
          </a:lstStyle>
          <a:p>
            <a:pPr algn="l" eaLnBrk="1" latinLnBrk="0" hangingPunct="1"/>
            <a:endParaRPr kumimoji="0" lang="en-US"/>
          </a:p>
        </p:txBody>
      </p:sp>
    </p:spTree>
  </p:cSld>
  <p:clrMapOvr>
    <a:overrideClrMapping bg1="dk1" tx1="lt1" bg2="dk2" tx2="lt2" accent1="accent1" accent2="accent2" accent3="accent3" accent4="accent4" accent5="accent5" accent6="accent6" hlink="hlink" folHlink="folHlink"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bg>
      <p:bgRef idx="1002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481328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extLst/>
          </a:lstStyle>
          <a:p>
            <a:pPr lvl="0" eaLnBrk="1" latinLnBrk="0" hangingPunct="1"/>
            <a:r>
              <a:rPr lang="en-US" smtClean="0"/>
              <a:t>Click to edit Master text styles</a:t>
            </a:r>
          </a:p>
          <a:p>
            <a:pPr lvl="1" eaLnBrk="1" latinLnBrk="0" hangingPunct="1"/>
            <a:r>
              <a:rPr lang="en-US" smtClean="0"/>
              <a:t>Second level</a:t>
            </a:r>
          </a:p>
          <a:p>
            <a:pPr lvl="2" eaLnBrk="1" latinLnBrk="0" hangingPunct="1"/>
            <a:r>
              <a:rPr lang="en-US" smtClean="0"/>
              <a:t>Third level</a:t>
            </a:r>
          </a:p>
          <a:p>
            <a:pPr lvl="3" eaLnBrk="1" latinLnBrk="0" hangingPunct="1"/>
            <a:r>
              <a:rPr lang="en-US" smtClean="0"/>
              <a:t>Fourth level</a:t>
            </a:r>
          </a:p>
          <a:p>
            <a:pPr lvl="4" eaLnBrk="1" latinLnBrk="0" hangingPunct="1"/>
            <a:r>
              <a:rPr lang="en-US" smtClean="0"/>
              <a:t>Fifth level</a:t>
            </a:r>
            <a:endParaRPr kumimoji="0"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481328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extLst/>
          </a:lstStyle>
          <a:p>
            <a:pPr lvl="0" eaLnBrk="1" latinLnBrk="0" hangingPunct="1"/>
            <a:r>
              <a:rPr lang="en-US" smtClean="0"/>
              <a:t>Click to edit Master text styles</a:t>
            </a:r>
          </a:p>
          <a:p>
            <a:pPr lvl="1" eaLnBrk="1" latinLnBrk="0" hangingPunct="1"/>
            <a:r>
              <a:rPr lang="en-US" smtClean="0"/>
              <a:t>Second level</a:t>
            </a:r>
          </a:p>
          <a:p>
            <a:pPr lvl="2" eaLnBrk="1" latinLnBrk="0" hangingPunct="1"/>
            <a:r>
              <a:rPr lang="en-US" smtClean="0"/>
              <a:t>Third level</a:t>
            </a:r>
          </a:p>
          <a:p>
            <a:pPr lvl="3" eaLnBrk="1" latinLnBrk="0" hangingPunct="1"/>
            <a:r>
              <a:rPr lang="en-US" smtClean="0"/>
              <a:t>Fourth level</a:t>
            </a:r>
          </a:p>
          <a:p>
            <a:pPr lvl="4" eaLnBrk="1" latinLnBrk="0" hangingPunct="1"/>
            <a:r>
              <a:rPr lang="en-US" smtClean="0"/>
              <a:t>Fifth level</a:t>
            </a:r>
            <a:endParaRPr kumimoji="0"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extLst/>
          </a:lstStyle>
          <a:p>
            <a:fld id="{EA93E597-01CF-48D2-83BA-947F2E3D3D10}" type="datetimeFigureOut">
              <a:rPr lang="en-US" smtClean="0"/>
              <a:t>12/1/2025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extLst/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extLst/>
          </a:lstStyle>
          <a:p>
            <a:fld id="{04AFDF44-B8B8-4338-9ED6-D150207956F4}" type="slidenum">
              <a:rPr lang="en-US" smtClean="0"/>
              <a:t>‹#›</a:t>
            </a:fld>
            <a:endParaRPr lang="en-US"/>
          </a:p>
        </p:txBody>
      </p:sp>
      <p:sp>
        <p:nvSpPr>
          <p:cNvPr id="8" name="Title 7"/>
          <p:cNvSpPr>
            <a:spLocks noGrp="1"/>
          </p:cNvSpPr>
          <p:nvPr>
            <p:ph type="title"/>
          </p:nvPr>
        </p:nvSpPr>
        <p:spPr/>
        <p:txBody>
          <a:bodyPr rtlCol="0"/>
          <a:lstStyle>
            <a:extLst/>
          </a:lstStyle>
          <a:p>
            <a:r>
              <a:rPr kumimoji="0" lang="en-US" smtClean="0"/>
              <a:t>Click to edit Master title style</a:t>
            </a:r>
            <a:endParaRPr kumimoji="0" lang="en-US"/>
          </a:p>
        </p:txBody>
      </p:sp>
    </p:spTree>
  </p:cSld>
  <p:clrMapOvr>
    <a:overrideClrMapping bg1="dk1" tx1="lt1" bg2="dk2" tx2="lt2" accent1="accent1" accent2="accent2" accent3="accent3" accent4="accent4" accent5="accent5" accent6="accent6" hlink="hlink" folHlink="folHlink"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woTxTwoObj" preserve="1">
  <p:cSld name="Comparison">
    <p:bg>
      <p:bgRef idx="1003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8229600" cy="1143000"/>
          </a:xfrm>
        </p:spPr>
        <p:txBody>
          <a:bodyPr anchor="ctr"/>
          <a:lstStyle>
            <a:lvl1pPr>
              <a:defRPr/>
            </a:lvl1pPr>
            <a:extLst/>
          </a:lstStyle>
          <a:p>
            <a:r>
              <a:rPr kumimoji="0" lang="en-US" smtClean="0"/>
              <a:t>Click to edit Master title style</a:t>
            </a:r>
            <a:endParaRPr kumimoji="0"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5410200"/>
            <a:ext cx="4040188" cy="762000"/>
          </a:xfrm>
          <a:solidFill>
            <a:schemeClr val="accent1"/>
          </a:solidFill>
          <a:ln w="9652">
            <a:solidFill>
              <a:schemeClr val="accent1"/>
            </a:solidFill>
            <a:miter lim="800000"/>
          </a:ln>
        </p:spPr>
        <p:txBody>
          <a:bodyPr lIns="182880" anchor="ctr"/>
          <a:lstStyle>
            <a:lvl1pPr marL="0" indent="0">
              <a:buNone/>
              <a:defRPr sz="2400" b="0">
                <a:solidFill>
                  <a:schemeClr val="bg1"/>
                </a:solidFill>
              </a:defRPr>
            </a:lvl1pPr>
            <a:lvl2pPr>
              <a:buNone/>
              <a:defRPr sz="2000" b="1"/>
            </a:lvl2pPr>
            <a:lvl3pPr>
              <a:buNone/>
              <a:defRPr sz="1800" b="1"/>
            </a:lvl3pPr>
            <a:lvl4pPr>
              <a:buNone/>
              <a:defRPr sz="1600" b="1"/>
            </a:lvl4pPr>
            <a:lvl5pPr>
              <a:buNone/>
              <a:defRPr sz="1600" b="1"/>
            </a:lvl5pPr>
            <a:extLst/>
          </a:lstStyle>
          <a:p>
            <a:pPr lvl="0" eaLnBrk="1" latinLnBrk="0" hangingPunct="1"/>
            <a:r>
              <a:rPr kumimoji="0" lang="en-US" smtClean="0"/>
              <a:t>Click to edit Master text styles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3"/>
          </p:nvPr>
        </p:nvSpPr>
        <p:spPr>
          <a:xfrm>
            <a:off x="4645026" y="5410200"/>
            <a:ext cx="4041775" cy="762000"/>
          </a:xfrm>
          <a:solidFill>
            <a:schemeClr val="accent1"/>
          </a:solidFill>
          <a:ln w="9652">
            <a:solidFill>
              <a:schemeClr val="accent1"/>
            </a:solidFill>
            <a:miter lim="800000"/>
          </a:ln>
        </p:spPr>
        <p:txBody>
          <a:bodyPr lIns="182880" anchor="ctr"/>
          <a:lstStyle>
            <a:lvl1pPr marL="0" indent="0">
              <a:buNone/>
              <a:defRPr sz="2400" b="0">
                <a:solidFill>
                  <a:schemeClr val="bg1"/>
                </a:solidFill>
              </a:defRPr>
            </a:lvl1pPr>
            <a:lvl2pPr>
              <a:buNone/>
              <a:defRPr sz="2000" b="1"/>
            </a:lvl2pPr>
            <a:lvl3pPr>
              <a:buNone/>
              <a:defRPr sz="1800" b="1"/>
            </a:lvl3pPr>
            <a:lvl4pPr>
              <a:buNone/>
              <a:defRPr sz="1600" b="1"/>
            </a:lvl4pPr>
            <a:lvl5pPr>
              <a:buNone/>
              <a:defRPr sz="1600" b="1"/>
            </a:lvl5pPr>
            <a:extLst/>
          </a:lstStyle>
          <a:p>
            <a:pPr lvl="0" eaLnBrk="1" latinLnBrk="0" hangingPunct="1"/>
            <a:r>
              <a:rPr kumimoji="0" lang="en-US" smtClean="0"/>
              <a:t>Click to edit Master text styles</a:t>
            </a:r>
          </a:p>
        </p:txBody>
      </p:sp>
      <p:sp>
        <p:nvSpPr>
          <p:cNvPr id="5" name="Content Placeholder 4"/>
          <p:cNvSpPr>
            <a:spLocks noGrp="1"/>
          </p:cNvSpPr>
          <p:nvPr>
            <p:ph sz="quarter" idx="2"/>
          </p:nvPr>
        </p:nvSpPr>
        <p:spPr>
          <a:xfrm>
            <a:off x="457200" y="1444294"/>
            <a:ext cx="4040188" cy="3941763"/>
          </a:xfrm>
          <a:ln>
            <a:noFill/>
            <a:prstDash val="sysDash"/>
            <a:miter lim="800000"/>
          </a:ln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extLst/>
          </a:lstStyle>
          <a:p>
            <a:pPr lvl="0" eaLnBrk="1" latinLnBrk="0" hangingPunct="1"/>
            <a:r>
              <a:rPr lang="en-US" smtClean="0"/>
              <a:t>Click to edit Master text styles</a:t>
            </a:r>
          </a:p>
          <a:p>
            <a:pPr lvl="1" eaLnBrk="1" latinLnBrk="0" hangingPunct="1"/>
            <a:r>
              <a:rPr lang="en-US" smtClean="0"/>
              <a:t>Second level</a:t>
            </a:r>
          </a:p>
          <a:p>
            <a:pPr lvl="2" eaLnBrk="1" latinLnBrk="0" hangingPunct="1"/>
            <a:r>
              <a:rPr lang="en-US" smtClean="0"/>
              <a:t>Third level</a:t>
            </a:r>
          </a:p>
          <a:p>
            <a:pPr lvl="3" eaLnBrk="1" latinLnBrk="0" hangingPunct="1"/>
            <a:r>
              <a:rPr lang="en-US" smtClean="0"/>
              <a:t>Fourth level</a:t>
            </a:r>
          </a:p>
          <a:p>
            <a:pPr lvl="4" eaLnBrk="1" latinLnBrk="0" hangingPunct="1"/>
            <a:r>
              <a:rPr lang="en-US" smtClean="0"/>
              <a:t>Fifth level</a:t>
            </a:r>
            <a:endParaRPr kumimoji="0" lang="en-US"/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1444294"/>
            <a:ext cx="4041775" cy="3941763"/>
          </a:xfrm>
          <a:ln>
            <a:noFill/>
            <a:prstDash val="sysDash"/>
            <a:miter lim="800000"/>
          </a:ln>
        </p:spPr>
        <p:txBody>
          <a:bodyPr/>
          <a:lstStyle>
            <a:lvl1pPr>
              <a:spcBef>
                <a:spcPts val="0"/>
              </a:spcBef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extLst/>
          </a:lstStyle>
          <a:p>
            <a:pPr lvl="0" eaLnBrk="1" latinLnBrk="0" hangingPunct="1"/>
            <a:r>
              <a:rPr lang="en-US" smtClean="0"/>
              <a:t>Click to edit Master text styles</a:t>
            </a:r>
          </a:p>
          <a:p>
            <a:pPr lvl="1" eaLnBrk="1" latinLnBrk="0" hangingPunct="1"/>
            <a:r>
              <a:rPr lang="en-US" smtClean="0"/>
              <a:t>Second level</a:t>
            </a:r>
          </a:p>
          <a:p>
            <a:pPr lvl="2" eaLnBrk="1" latinLnBrk="0" hangingPunct="1"/>
            <a:r>
              <a:rPr lang="en-US" smtClean="0"/>
              <a:t>Third level</a:t>
            </a:r>
          </a:p>
          <a:p>
            <a:pPr lvl="3" eaLnBrk="1" latinLnBrk="0" hangingPunct="1"/>
            <a:r>
              <a:rPr lang="en-US" smtClean="0"/>
              <a:t>Fourth level</a:t>
            </a:r>
          </a:p>
          <a:p>
            <a:pPr lvl="4" eaLnBrk="1" latinLnBrk="0" hangingPunct="1"/>
            <a:r>
              <a:rPr lang="en-US" smtClean="0"/>
              <a:t>Fifth level</a:t>
            </a:r>
            <a:endParaRPr kumimoji="0"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extLst/>
          </a:lstStyle>
          <a:p>
            <a:fld id="{EA93E597-01CF-48D2-83BA-947F2E3D3D10}" type="datetimeFigureOut">
              <a:rPr lang="en-US" smtClean="0"/>
              <a:t>12/1/2025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extLst/>
          </a:lstStyle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extLst/>
          </a:lstStyle>
          <a:p>
            <a:fld id="{04AFDF44-B8B8-4338-9ED6-D150207956F4}" type="slidenum">
              <a:rPr lang="en-US" smtClean="0"/>
              <a:t>‹#›</a:t>
            </a:fld>
            <a:endParaRPr lang="en-US"/>
          </a:p>
        </p:txBody>
      </p:sp>
    </p:spTree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bg>
      <p:bgRef idx="1002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extLst/>
          </a:lstStyle>
          <a:p>
            <a:fld id="{EA93E597-01CF-48D2-83BA-947F2E3D3D10}" type="datetimeFigureOut">
              <a:rPr lang="en-US" smtClean="0"/>
              <a:t>12/1/2025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extLst/>
          </a:lstStyle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extLst/>
          </a:lstStyle>
          <a:p>
            <a:fld id="{04AFDF44-B8B8-4338-9ED6-D150207956F4}" type="slidenum">
              <a:rPr lang="en-US" smtClean="0"/>
              <a:t>‹#›</a:t>
            </a:fld>
            <a:endParaRPr lang="en-US"/>
          </a:p>
        </p:txBody>
      </p:sp>
      <p:sp>
        <p:nvSpPr>
          <p:cNvPr id="6" name="Title 5"/>
          <p:cNvSpPr>
            <a:spLocks noGrp="1"/>
          </p:cNvSpPr>
          <p:nvPr>
            <p:ph type="title"/>
          </p:nvPr>
        </p:nvSpPr>
        <p:spPr/>
        <p:txBody>
          <a:bodyPr rtlCol="0"/>
          <a:lstStyle>
            <a:extLst/>
          </a:lstStyle>
          <a:p>
            <a:r>
              <a:rPr kumimoji="0" lang="en-US" smtClean="0"/>
              <a:t>Click to edit Master title style</a:t>
            </a:r>
            <a:endParaRPr kumimoji="0" lang="en-US"/>
          </a:p>
        </p:txBody>
      </p:sp>
    </p:spTree>
  </p:cSld>
  <p:clrMapOvr>
    <a:overrideClrMapping bg1="dk1" tx1="lt1" bg2="dk2" tx2="lt2" accent1="accent1" accent2="accent2" accent3="accent3" accent4="accent4" accent5="accent5" accent6="accent6" hlink="hlink" folHlink="folHlink"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extLst/>
          </a:lstStyle>
          <a:p>
            <a:fld id="{EA93E597-01CF-48D2-83BA-947F2E3D3D10}" type="datetimeFigureOut">
              <a:rPr lang="en-US" smtClean="0"/>
              <a:t>12/1/2025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extLst/>
          </a:lstStyle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extLst/>
          </a:lstStyle>
          <a:p>
            <a:fld id="{04AFDF44-B8B8-4338-9ED6-D150207956F4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objTx" preserve="1">
  <p:cSld name="Content with Caption">
    <p:bg>
      <p:bgRef idx="1003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14400" y="4876800"/>
            <a:ext cx="7481776" cy="457200"/>
          </a:xfrm>
        </p:spPr>
        <p:txBody>
          <a:bodyPr vert="horz" anchor="t">
            <a:noAutofit/>
            <a:sp3d prstMaterial="softEdge">
              <a:bevelT w="0" h="0"/>
            </a:sp3d>
          </a:bodyPr>
          <a:lstStyle>
            <a:lvl1pPr algn="r">
              <a:buNone/>
              <a:defRPr sz="2500" b="0">
                <a:solidFill>
                  <a:schemeClr val="accent1"/>
                </a:solidFill>
                <a:effectLst/>
              </a:defRPr>
            </a:lvl1pPr>
            <a:extLst/>
          </a:lstStyle>
          <a:p>
            <a:r>
              <a:rPr kumimoji="0" lang="en-US" smtClean="0"/>
              <a:t>Click to edit Master title style</a:t>
            </a:r>
            <a:endParaRPr kumimoji="0"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2"/>
          </p:nvPr>
        </p:nvSpPr>
        <p:spPr>
          <a:xfrm>
            <a:off x="4419600" y="5355102"/>
            <a:ext cx="3974592" cy="914400"/>
          </a:xfrm>
        </p:spPr>
        <p:txBody>
          <a:bodyPr/>
          <a:lstStyle>
            <a:lvl1pPr marL="0" indent="0" algn="r">
              <a:buNone/>
              <a:defRPr sz="1600"/>
            </a:lvl1pPr>
            <a:lvl2pPr>
              <a:buNone/>
              <a:defRPr sz="1200"/>
            </a:lvl2pPr>
            <a:lvl3pPr>
              <a:buNone/>
              <a:defRPr sz="1000"/>
            </a:lvl3pPr>
            <a:lvl4pPr>
              <a:buNone/>
              <a:defRPr sz="900"/>
            </a:lvl4pPr>
            <a:lvl5pPr>
              <a:buNone/>
              <a:defRPr sz="900"/>
            </a:lvl5pPr>
            <a:extLst/>
          </a:lstStyle>
          <a:p>
            <a:pPr lvl="0" eaLnBrk="1" latinLnBrk="0" hangingPunct="1"/>
            <a:r>
              <a:rPr kumimoji="0"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1"/>
          </p:nvPr>
        </p:nvSpPr>
        <p:spPr>
          <a:xfrm>
            <a:off x="914400" y="274320"/>
            <a:ext cx="7479792" cy="4572000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extLst/>
          </a:lstStyle>
          <a:p>
            <a:pPr lvl="0" eaLnBrk="1" latinLnBrk="0" hangingPunct="1"/>
            <a:r>
              <a:rPr lang="en-US" smtClean="0"/>
              <a:t>Click to edit Master text styles</a:t>
            </a:r>
          </a:p>
          <a:p>
            <a:pPr lvl="1" eaLnBrk="1" latinLnBrk="0" hangingPunct="1"/>
            <a:r>
              <a:rPr lang="en-US" smtClean="0"/>
              <a:t>Second level</a:t>
            </a:r>
          </a:p>
          <a:p>
            <a:pPr lvl="2" eaLnBrk="1" latinLnBrk="0" hangingPunct="1"/>
            <a:r>
              <a:rPr lang="en-US" smtClean="0"/>
              <a:t>Third level</a:t>
            </a:r>
          </a:p>
          <a:p>
            <a:pPr lvl="3" eaLnBrk="1" latinLnBrk="0" hangingPunct="1"/>
            <a:r>
              <a:rPr lang="en-US" smtClean="0"/>
              <a:t>Fourth level</a:t>
            </a:r>
          </a:p>
          <a:p>
            <a:pPr lvl="4" eaLnBrk="1" latinLnBrk="0" hangingPunct="1"/>
            <a:r>
              <a:rPr lang="en-US" smtClean="0"/>
              <a:t>Fifth level</a:t>
            </a:r>
            <a:endParaRPr kumimoji="0"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6727032" y="6407944"/>
            <a:ext cx="1920240" cy="365760"/>
          </a:xfrm>
        </p:spPr>
        <p:txBody>
          <a:bodyPr/>
          <a:lstStyle>
            <a:extLst/>
          </a:lstStyle>
          <a:p>
            <a:fld id="{EA93E597-01CF-48D2-83BA-947F2E3D3D10}" type="datetimeFigureOut">
              <a:rPr lang="en-US" smtClean="0"/>
              <a:t>12/1/2025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extLst/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extLst/>
          </a:lstStyle>
          <a:p>
            <a:fld id="{04AFDF44-B8B8-4338-9ED6-D150207956F4}" type="slidenum">
              <a:rPr lang="en-US" smtClean="0"/>
              <a:t>‹#›</a:t>
            </a:fld>
            <a:endParaRPr lang="en-US"/>
          </a:p>
        </p:txBody>
      </p:sp>
    </p:spTree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picTx" preserve="1">
  <p:cSld name="Picture with Caption">
    <p:bg>
      <p:bgRef idx="1002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41232" y="5443402"/>
            <a:ext cx="7162800" cy="648232"/>
          </a:xfrm>
          <a:noFill/>
        </p:spPr>
        <p:txBody>
          <a:bodyPr lIns="91440" tIns="0" rIns="91440" anchor="t"/>
          <a:lstStyle>
            <a:lvl1pPr marL="0" marR="18288" indent="0" algn="r">
              <a:buNone/>
              <a:defRPr sz="1400"/>
            </a:lvl1pPr>
            <a:lvl2pPr>
              <a:defRPr sz="1200"/>
            </a:lvl2pPr>
            <a:lvl3pPr>
              <a:defRPr sz="1000"/>
            </a:lvl3pPr>
            <a:lvl4pPr>
              <a:defRPr sz="900"/>
            </a:lvl4pPr>
            <a:lvl5pPr>
              <a:defRPr sz="900"/>
            </a:lvl5pPr>
            <a:extLst/>
          </a:lstStyle>
          <a:p>
            <a:pPr lvl="0" eaLnBrk="1" latinLnBrk="0" hangingPunct="1"/>
            <a:r>
              <a:rPr kumimoji="0" lang="en-US" smtClean="0"/>
              <a:t>Click to edit Master text styles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228600" y="189968"/>
            <a:ext cx="8686800" cy="4389120"/>
          </a:xfrm>
          <a:prstGeom prst="rect">
            <a:avLst/>
          </a:prstGeom>
          <a:solidFill>
            <a:schemeClr val="bg2"/>
          </a:solidFill>
          <a:ln>
            <a:solidFill>
              <a:schemeClr val="bg1"/>
            </a:solidFill>
          </a:ln>
          <a:effectLst>
            <a:innerShdw blurRad="95250">
              <a:srgbClr val="000000"/>
            </a:innerShdw>
          </a:effectLst>
        </p:spPr>
        <p:txBody>
          <a:bodyPr/>
          <a:lstStyle>
            <a:lvl1pPr marL="0" indent="0">
              <a:buNone/>
              <a:defRPr sz="3200"/>
            </a:lvl1pPr>
            <a:extLst/>
          </a:lstStyle>
          <a:p>
            <a:r>
              <a:rPr kumimoji="0" lang="en-US" smtClean="0"/>
              <a:t>Click icon to add picture</a:t>
            </a:r>
            <a:endParaRPr kumimoji="0"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  <a:extLst/>
          </a:lstStyle>
          <a:p>
            <a:fld id="{EA93E597-01CF-48D2-83BA-947F2E3D3D10}" type="datetimeFigureOut">
              <a:rPr lang="en-US" smtClean="0"/>
              <a:t>12/1/2025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4380072" y="6407944"/>
            <a:ext cx="2350681" cy="365125"/>
          </a:xfr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  <a:extLst/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  <a:extLst/>
          </a:lstStyle>
          <a:p>
            <a:fld id="{04AFDF44-B8B8-4338-9ED6-D150207956F4}" type="slidenum">
              <a:rPr lang="en-US" smtClean="0"/>
              <a:t>‹#›</a:t>
            </a:fld>
            <a:endParaRPr lang="en-US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28600" y="4865122"/>
            <a:ext cx="8075432" cy="562672"/>
          </a:xfrm>
          <a:noFill/>
        </p:spPr>
        <p:txBody>
          <a:bodyPr anchor="t">
            <a:sp3d prstMaterial="softEdge"/>
          </a:bodyPr>
          <a:lstStyle>
            <a:lvl1pPr marR="0" algn="r">
              <a:buNone/>
              <a:defRPr sz="3000" b="0">
                <a:solidFill>
                  <a:schemeClr val="accent1"/>
                </a:solidFill>
                <a:effectLst>
                  <a:outerShdw blurRad="50800" dist="25000" dir="5400000" algn="t" rotWithShape="0">
                    <a:prstClr val="black">
                      <a:alpha val="45000"/>
                    </a:prstClr>
                  </a:outerShdw>
                </a:effectLst>
              </a:defRPr>
            </a:lvl1pPr>
            <a:extLst/>
          </a:lstStyle>
          <a:p>
            <a:r>
              <a:rPr kumimoji="0" lang="en-US" smtClean="0"/>
              <a:t>Click to edit Master title style</a:t>
            </a:r>
            <a:endParaRPr kumimoji="0" lang="en-US"/>
          </a:p>
        </p:txBody>
      </p:sp>
      <p:sp>
        <p:nvSpPr>
          <p:cNvPr id="8" name="Freeform 7"/>
          <p:cNvSpPr>
            <a:spLocks/>
          </p:cNvSpPr>
          <p:nvPr/>
        </p:nvSpPr>
        <p:spPr bwMode="auto">
          <a:xfrm>
            <a:off x="499273" y="5944936"/>
            <a:ext cx="4940624" cy="921076"/>
          </a:xfrm>
          <a:custGeom>
            <a:avLst>
              <a:gd name="A1" fmla="val 0"/>
              <a:gd name="A2" fmla="val 0"/>
              <a:gd name="A3" fmla="val 0"/>
              <a:gd name="A4" fmla="val 0"/>
              <a:gd name="A5" fmla="val 0"/>
              <a:gd name="A6" fmla="val 0"/>
              <a:gd name="A7" fmla="val 0"/>
              <a:gd name="A8" fmla="val 0"/>
            </a:avLst>
            <a:gdLst/>
            <a:ahLst/>
            <a:cxnLst>
              <a:cxn ang="0">
                <a:pos x="0" y="0"/>
              </a:cxn>
              <a:cxn ang="0">
                <a:pos x="5760" y="0"/>
              </a:cxn>
              <a:cxn ang="0">
                <a:pos x="5760" y="528"/>
              </a:cxn>
              <a:cxn ang="0">
                <a:pos x="48" y="0"/>
              </a:cxn>
            </a:cxnLst>
            <a:rect l="0" t="0" r="0" b="0"/>
            <a:pathLst>
              <a:path w="7485" h="337">
                <a:moveTo>
                  <a:pt x="0" y="2"/>
                </a:moveTo>
                <a:lnTo>
                  <a:pt x="7485" y="337"/>
                </a:lnTo>
                <a:lnTo>
                  <a:pt x="5558" y="337"/>
                </a:lnTo>
                <a:lnTo>
                  <a:pt x="1" y="0"/>
                </a:lnTo>
              </a:path>
            </a:pathLst>
          </a:custGeom>
          <a:solidFill>
            <a:schemeClr val="accent1">
              <a:tint val="65000"/>
              <a:satMod val="115000"/>
              <a:alpha val="40000"/>
            </a:schemeClr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anchor="t" compatLnSpc="1"/>
          <a:lstStyle>
            <a:extLst/>
          </a:lstStyle>
          <a:p>
            <a:endParaRPr kumimoji="0" lang="en-US"/>
          </a:p>
        </p:txBody>
      </p:sp>
      <p:sp>
        <p:nvSpPr>
          <p:cNvPr id="9" name="Freeform 8"/>
          <p:cNvSpPr>
            <a:spLocks/>
          </p:cNvSpPr>
          <p:nvPr/>
        </p:nvSpPr>
        <p:spPr bwMode="auto">
          <a:xfrm>
            <a:off x="485717" y="5939011"/>
            <a:ext cx="3690451" cy="933450"/>
          </a:xfrm>
          <a:custGeom>
            <a:avLst>
              <a:gd name="A1" fmla="val 0"/>
              <a:gd name="A2" fmla="val 0"/>
              <a:gd name="A3" fmla="val 0"/>
              <a:gd name="A4" fmla="val 0"/>
              <a:gd name="A5" fmla="val 0"/>
              <a:gd name="A6" fmla="val 0"/>
              <a:gd name="A7" fmla="val 0"/>
              <a:gd name="A8" fmla="val 0"/>
            </a:avLst>
            <a:gdLst/>
            <a:ahLst/>
            <a:cxnLst>
              <a:cxn ang="0">
                <a:pos x="0" y="0"/>
              </a:cxn>
              <a:cxn ang="0">
                <a:pos x="5760" y="0"/>
              </a:cxn>
              <a:cxn ang="0">
                <a:pos x="5760" y="528"/>
              </a:cxn>
              <a:cxn ang="0">
                <a:pos x="48" y="0"/>
              </a:cxn>
            </a:cxnLst>
            <a:rect l="0" t="0" r="0" b="0"/>
            <a:pathLst>
              <a:path w="5591" h="588">
                <a:moveTo>
                  <a:pt x="0" y="0"/>
                </a:moveTo>
                <a:lnTo>
                  <a:pt x="5591" y="585"/>
                </a:lnTo>
                <a:lnTo>
                  <a:pt x="4415" y="588"/>
                </a:lnTo>
                <a:lnTo>
                  <a:pt x="12" y="4"/>
                </a:lnTo>
              </a:path>
            </a:pathLst>
          </a:custGeom>
          <a:solidFill>
            <a:srgbClr val="000000">
              <a:alpha val="100000"/>
            </a:srgbClr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anchor="t" compatLnSpc="1"/>
          <a:lstStyle>
            <a:extLst/>
          </a:lstStyle>
          <a:p>
            <a:endParaRPr kumimoji="0" lang="en-US"/>
          </a:p>
        </p:txBody>
      </p:sp>
      <p:sp>
        <p:nvSpPr>
          <p:cNvPr id="10" name="Right Triangle 9"/>
          <p:cNvSpPr>
            <a:spLocks/>
          </p:cNvSpPr>
          <p:nvPr/>
        </p:nvSpPr>
        <p:spPr bwMode="auto">
          <a:xfrm>
            <a:off x="-6042" y="5791253"/>
            <a:ext cx="3402314" cy="1080868"/>
          </a:xfrm>
          <a:prstGeom prst="rtTriangle">
            <a:avLst/>
          </a:prstGeom>
          <a:blipFill>
            <a:blip r:embed="rId2">
              <a:alphaModFix amt="50000"/>
            </a:blip>
            <a:tile tx="0" ty="0" sx="50000" sy="50000" flip="none" algn="t"/>
          </a:blipFill>
          <a:ln w="12700" cap="rnd" cmpd="thickThin" algn="ctr">
            <a:noFill/>
            <a:prstDash val="solid"/>
          </a:ln>
          <a:effectLst>
            <a:fillOverlay blend="mult">
              <a:gradFill flip="none" rotWithShape="1">
                <a:gsLst>
                  <a:gs pos="0">
                    <a:schemeClr val="accent1">
                      <a:shade val="20000"/>
                      <a:satMod val="176000"/>
                      <a:alpha val="100000"/>
                    </a:schemeClr>
                  </a:gs>
                  <a:gs pos="18000">
                    <a:schemeClr val="accent1">
                      <a:shade val="48000"/>
                      <a:satMod val="153000"/>
                      <a:alpha val="100000"/>
                    </a:schemeClr>
                  </a:gs>
                  <a:gs pos="43000">
                    <a:schemeClr val="accent1">
                      <a:tint val="86000"/>
                      <a:satMod val="149000"/>
                      <a:alpha val="100000"/>
                    </a:schemeClr>
                  </a:gs>
                  <a:gs pos="45000">
                    <a:schemeClr val="accent1">
                      <a:tint val="85000"/>
                      <a:satMod val="150000"/>
                      <a:alpha val="100000"/>
                    </a:schemeClr>
                  </a:gs>
                  <a:gs pos="50000">
                    <a:schemeClr val="accent1">
                      <a:tint val="86000"/>
                      <a:satMod val="149000"/>
                      <a:alpha val="100000"/>
                    </a:schemeClr>
                  </a:gs>
                  <a:gs pos="79000">
                    <a:schemeClr val="accent1">
                      <a:shade val="53000"/>
                      <a:satMod val="150000"/>
                      <a:alpha val="100000"/>
                    </a:schemeClr>
                  </a:gs>
                  <a:gs pos="100000">
                    <a:schemeClr val="accent1">
                      <a:shade val="25000"/>
                      <a:satMod val="170000"/>
                      <a:alpha val="100000"/>
                    </a:schemeClr>
                  </a:gs>
                </a:gsLst>
                <a:lin ang="450000" scaled="1"/>
                <a:tileRect/>
              </a:gradFill>
            </a:fillOverlay>
          </a:effectLst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vert="horz" wrap="square" lIns="91440" tIns="45720" rIns="91440" bIns="45720" anchor="ctr" compatLnSpc="1"/>
          <a:lstStyle>
            <a:extLst/>
          </a:lstStyle>
          <a:p>
            <a:pPr algn="ctr" eaLnBrk="1" latinLnBrk="0" hangingPunct="1"/>
            <a:endParaRPr kumimoji="0" lang="en-US"/>
          </a:p>
        </p:txBody>
      </p:sp>
      <p:cxnSp>
        <p:nvCxnSpPr>
          <p:cNvPr id="11" name="Straight Connector 10"/>
          <p:cNvCxnSpPr/>
          <p:nvPr/>
        </p:nvCxnSpPr>
        <p:spPr>
          <a:xfrm>
            <a:off x="-9237" y="5787738"/>
            <a:ext cx="3405509" cy="1084383"/>
          </a:xfrm>
          <a:prstGeom prst="line">
            <a:avLst/>
          </a:prstGeom>
          <a:noFill/>
          <a:ln w="12065" cap="flat" cmpd="sng" algn="ctr">
            <a:gradFill>
              <a:gsLst>
                <a:gs pos="45000">
                  <a:schemeClr val="accent1">
                    <a:tint val="70000"/>
                    <a:satMod val="110000"/>
                  </a:schemeClr>
                </a:gs>
                <a:gs pos="15000">
                  <a:schemeClr val="accent1">
                    <a:shade val="40000"/>
                    <a:satMod val="110000"/>
                  </a:schemeClr>
                </a:gs>
              </a:gsLst>
              <a:lin ang="5400000" scaled="1"/>
            </a:gradFill>
            <a:prstDash val="solid"/>
            <a:miter lim="800000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Chevron 11"/>
          <p:cNvSpPr/>
          <p:nvPr/>
        </p:nvSpPr>
        <p:spPr>
          <a:xfrm>
            <a:off x="8664112" y="4988440"/>
            <a:ext cx="182880" cy="228600"/>
          </a:xfrm>
          <a:prstGeom prst="chevron">
            <a:avLst>
              <a:gd name="adj" fmla="val 50000"/>
            </a:avLst>
          </a:prstGeom>
          <a:gradFill flip="none" rotWithShape="1">
            <a:gsLst>
              <a:gs pos="0">
                <a:schemeClr val="accent1">
                  <a:shade val="60000"/>
                  <a:satMod val="125000"/>
                </a:schemeClr>
              </a:gs>
              <a:gs pos="72000">
                <a:schemeClr val="accent1">
                  <a:tint val="90000"/>
                  <a:satMod val="138000"/>
                </a:schemeClr>
              </a:gs>
              <a:gs pos="100000">
                <a:schemeClr val="accent1">
                  <a:tint val="76000"/>
                  <a:satMod val="136000"/>
                </a:schemeClr>
              </a:gs>
            </a:gsLst>
            <a:lin ang="16200000" scaled="0"/>
          </a:gradFill>
          <a:ln w="3175" cap="rnd" cmpd="sng" algn="ctr">
            <a:solidFill>
              <a:schemeClr val="accent1">
                <a:shade val="50000"/>
              </a:schemeClr>
            </a:solidFill>
            <a:prstDash val="solid"/>
          </a:ln>
          <a:effectLst>
            <a:outerShdw blurRad="50800" dist="25400" dir="5400000">
              <a:srgbClr val="000000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>
            <a:extLst/>
          </a:lstStyle>
          <a:p>
            <a:pPr algn="l" eaLnBrk="1" latinLnBrk="0" hangingPunct="1"/>
            <a:endParaRPr kumimoji="0" lang="en-US"/>
          </a:p>
        </p:txBody>
      </p:sp>
      <p:sp>
        <p:nvSpPr>
          <p:cNvPr id="13" name="Chevron 12"/>
          <p:cNvSpPr/>
          <p:nvPr/>
        </p:nvSpPr>
        <p:spPr>
          <a:xfrm>
            <a:off x="8477696" y="4988440"/>
            <a:ext cx="182880" cy="228600"/>
          </a:xfrm>
          <a:prstGeom prst="chevron">
            <a:avLst>
              <a:gd name="adj" fmla="val 50000"/>
            </a:avLst>
          </a:prstGeom>
          <a:gradFill flip="none" rotWithShape="1">
            <a:gsLst>
              <a:gs pos="0">
                <a:schemeClr val="accent1">
                  <a:shade val="60000"/>
                  <a:satMod val="125000"/>
                </a:schemeClr>
              </a:gs>
              <a:gs pos="72000">
                <a:schemeClr val="accent1">
                  <a:tint val="90000"/>
                  <a:satMod val="138000"/>
                </a:schemeClr>
              </a:gs>
              <a:gs pos="100000">
                <a:schemeClr val="accent1">
                  <a:tint val="76000"/>
                  <a:satMod val="136000"/>
                </a:schemeClr>
              </a:gs>
            </a:gsLst>
            <a:lin ang="16200000" scaled="0"/>
          </a:gradFill>
          <a:ln w="3175" cap="rnd" cmpd="sng" algn="ctr">
            <a:solidFill>
              <a:schemeClr val="accent1">
                <a:shade val="50000"/>
              </a:schemeClr>
            </a:solidFill>
            <a:prstDash val="solid"/>
          </a:ln>
          <a:effectLst>
            <a:outerShdw blurRad="50800" dist="25400" dir="5400000">
              <a:srgbClr val="000000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>
            <a:extLst/>
          </a:lstStyle>
          <a:p>
            <a:pPr algn="l" eaLnBrk="1" latinLnBrk="0" hangingPunct="1"/>
            <a:endParaRPr kumimoji="0" lang="en-US"/>
          </a:p>
        </p:txBody>
      </p:sp>
    </p:spTree>
  </p:cSld>
  <p:clrMapOvr>
    <a:overrideClrMapping bg1="dk1" tx1="lt1" bg2="dk2" tx2="lt2" accent1="accent1" accent2="accent2" accent3="accent3" accent4="accent4" accent5="accent5" accent6="accent6" hlink="hlink" folHlink="folHlink"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extLst/>
          </a:lstStyle>
          <a:p>
            <a:r>
              <a:rPr kumimoji="0" lang="en-US" smtClean="0"/>
              <a:t>Click to edit Master title style</a:t>
            </a:r>
            <a:endParaRPr kumimoji="0"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1481329"/>
            <a:ext cx="8229600" cy="4386071"/>
          </a:xfrm>
        </p:spPr>
        <p:txBody>
          <a:bodyPr vert="eaVert"/>
          <a:lstStyle>
            <a:extLst/>
          </a:lstStyle>
          <a:p>
            <a:pPr lvl="0" eaLnBrk="1" latinLnBrk="0" hangingPunct="1"/>
            <a:r>
              <a:rPr lang="en-US" smtClean="0"/>
              <a:t>Click to edit Master text styles</a:t>
            </a:r>
          </a:p>
          <a:p>
            <a:pPr lvl="1" eaLnBrk="1" latinLnBrk="0" hangingPunct="1"/>
            <a:r>
              <a:rPr lang="en-US" smtClean="0"/>
              <a:t>Second level</a:t>
            </a:r>
          </a:p>
          <a:p>
            <a:pPr lvl="2" eaLnBrk="1" latinLnBrk="0" hangingPunct="1"/>
            <a:r>
              <a:rPr lang="en-US" smtClean="0"/>
              <a:t>Third level</a:t>
            </a:r>
          </a:p>
          <a:p>
            <a:pPr lvl="3" eaLnBrk="1" latinLnBrk="0" hangingPunct="1"/>
            <a:r>
              <a:rPr lang="en-US" smtClean="0"/>
              <a:t>Fourth level</a:t>
            </a:r>
          </a:p>
          <a:p>
            <a:pPr lvl="4" eaLnBrk="1" latinLnBrk="0" hangingPunct="1"/>
            <a:r>
              <a:rPr lang="en-US" smtClean="0"/>
              <a:t>Fifth level</a:t>
            </a:r>
            <a:endParaRPr kumimoji="0"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extLst/>
          </a:lstStyle>
          <a:p>
            <a:fld id="{EA93E597-01CF-48D2-83BA-947F2E3D3D10}" type="datetimeFigureOut">
              <a:rPr lang="en-US" smtClean="0"/>
              <a:t>12/1/2025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extLst/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extLst/>
          </a:lstStyle>
          <a:p>
            <a:fld id="{04AFDF44-B8B8-4338-9ED6-D150207956F4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844013" y="274640"/>
            <a:ext cx="1777470" cy="5592761"/>
          </a:xfrm>
        </p:spPr>
        <p:txBody>
          <a:bodyPr vert="eaVert"/>
          <a:lstStyle>
            <a:extLst/>
          </a:lstStyle>
          <a:p>
            <a:r>
              <a:rPr kumimoji="0" lang="en-US" smtClean="0"/>
              <a:t>Click to edit Master title style</a:t>
            </a:r>
            <a:endParaRPr kumimoji="0"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41"/>
            <a:ext cx="6324600" cy="5592760"/>
          </a:xfrm>
        </p:spPr>
        <p:txBody>
          <a:bodyPr vert="eaVert"/>
          <a:lstStyle>
            <a:extLst/>
          </a:lstStyle>
          <a:p>
            <a:pPr lvl="0" eaLnBrk="1" latinLnBrk="0" hangingPunct="1"/>
            <a:r>
              <a:rPr lang="en-US" smtClean="0"/>
              <a:t>Click to edit Master text styles</a:t>
            </a:r>
          </a:p>
          <a:p>
            <a:pPr lvl="1" eaLnBrk="1" latinLnBrk="0" hangingPunct="1"/>
            <a:r>
              <a:rPr lang="en-US" smtClean="0"/>
              <a:t>Second level</a:t>
            </a:r>
          </a:p>
          <a:p>
            <a:pPr lvl="2" eaLnBrk="1" latinLnBrk="0" hangingPunct="1"/>
            <a:r>
              <a:rPr lang="en-US" smtClean="0"/>
              <a:t>Third level</a:t>
            </a:r>
          </a:p>
          <a:p>
            <a:pPr lvl="3" eaLnBrk="1" latinLnBrk="0" hangingPunct="1"/>
            <a:r>
              <a:rPr lang="en-US" smtClean="0"/>
              <a:t>Fourth level</a:t>
            </a:r>
          </a:p>
          <a:p>
            <a:pPr lvl="4" eaLnBrk="1" latinLnBrk="0" hangingPunct="1"/>
            <a:r>
              <a:rPr lang="en-US" smtClean="0"/>
              <a:t>Fifth level</a:t>
            </a:r>
            <a:endParaRPr kumimoji="0"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extLst/>
          </a:lstStyle>
          <a:p>
            <a:fld id="{EA93E597-01CF-48D2-83BA-947F2E3D3D10}" type="datetimeFigureOut">
              <a:rPr lang="en-US" smtClean="0"/>
              <a:t>12/1/2025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extLst/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extLst/>
          </a:lstStyle>
          <a:p>
            <a:fld id="{04AFDF44-B8B8-4338-9ED6-D150207956F4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image" Target="../media/image1.jpeg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Freeform 12"/>
          <p:cNvSpPr>
            <a:spLocks/>
          </p:cNvSpPr>
          <p:nvPr/>
        </p:nvSpPr>
        <p:spPr bwMode="auto">
          <a:xfrm>
            <a:off x="499273" y="5944936"/>
            <a:ext cx="4940624" cy="921076"/>
          </a:xfrm>
          <a:custGeom>
            <a:avLst>
              <a:gd name="A1" fmla="val 0"/>
              <a:gd name="A2" fmla="val 0"/>
              <a:gd name="A3" fmla="val 0"/>
              <a:gd name="A4" fmla="val 0"/>
              <a:gd name="A5" fmla="val 0"/>
              <a:gd name="A6" fmla="val 0"/>
              <a:gd name="A7" fmla="val 0"/>
              <a:gd name="A8" fmla="val 0"/>
            </a:avLst>
            <a:gdLst/>
            <a:ahLst/>
            <a:cxnLst>
              <a:cxn ang="0">
                <a:pos x="0" y="0"/>
              </a:cxn>
              <a:cxn ang="0">
                <a:pos x="5760" y="0"/>
              </a:cxn>
              <a:cxn ang="0">
                <a:pos x="5760" y="528"/>
              </a:cxn>
              <a:cxn ang="0">
                <a:pos x="48" y="0"/>
              </a:cxn>
            </a:cxnLst>
            <a:rect l="0" t="0" r="0" b="0"/>
            <a:pathLst>
              <a:path w="7485" h="337">
                <a:moveTo>
                  <a:pt x="0" y="2"/>
                </a:moveTo>
                <a:lnTo>
                  <a:pt x="7485" y="337"/>
                </a:lnTo>
                <a:lnTo>
                  <a:pt x="5558" y="337"/>
                </a:lnTo>
                <a:lnTo>
                  <a:pt x="1" y="0"/>
                </a:lnTo>
              </a:path>
            </a:pathLst>
          </a:custGeom>
          <a:solidFill>
            <a:schemeClr val="accent1">
              <a:tint val="65000"/>
              <a:satMod val="115000"/>
              <a:alpha val="40000"/>
            </a:schemeClr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anchor="t" compatLnSpc="1"/>
          <a:lstStyle>
            <a:extLst/>
          </a:lstStyle>
          <a:p>
            <a:endParaRPr kumimoji="0" lang="en-US"/>
          </a:p>
        </p:txBody>
      </p:sp>
      <p:sp>
        <p:nvSpPr>
          <p:cNvPr id="12" name="Freeform 11"/>
          <p:cNvSpPr>
            <a:spLocks/>
          </p:cNvSpPr>
          <p:nvPr/>
        </p:nvSpPr>
        <p:spPr bwMode="auto">
          <a:xfrm>
            <a:off x="485717" y="5939011"/>
            <a:ext cx="3690451" cy="933450"/>
          </a:xfrm>
          <a:custGeom>
            <a:avLst>
              <a:gd name="A1" fmla="val 0"/>
              <a:gd name="A2" fmla="val 0"/>
              <a:gd name="A3" fmla="val 0"/>
              <a:gd name="A4" fmla="val 0"/>
              <a:gd name="A5" fmla="val 0"/>
              <a:gd name="A6" fmla="val 0"/>
              <a:gd name="A7" fmla="val 0"/>
              <a:gd name="A8" fmla="val 0"/>
            </a:avLst>
            <a:gdLst/>
            <a:ahLst/>
            <a:cxnLst>
              <a:cxn ang="0">
                <a:pos x="0" y="0"/>
              </a:cxn>
              <a:cxn ang="0">
                <a:pos x="5760" y="0"/>
              </a:cxn>
              <a:cxn ang="0">
                <a:pos x="5760" y="528"/>
              </a:cxn>
              <a:cxn ang="0">
                <a:pos x="48" y="0"/>
              </a:cxn>
            </a:cxnLst>
            <a:rect l="0" t="0" r="0" b="0"/>
            <a:pathLst>
              <a:path w="5591" h="588">
                <a:moveTo>
                  <a:pt x="0" y="0"/>
                </a:moveTo>
                <a:lnTo>
                  <a:pt x="5591" y="585"/>
                </a:lnTo>
                <a:lnTo>
                  <a:pt x="4415" y="588"/>
                </a:lnTo>
                <a:lnTo>
                  <a:pt x="12" y="4"/>
                </a:lnTo>
              </a:path>
            </a:pathLst>
          </a:custGeom>
          <a:solidFill>
            <a:srgbClr val="000000">
              <a:alpha val="100000"/>
            </a:srgbClr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anchor="t" compatLnSpc="1"/>
          <a:lstStyle>
            <a:extLst/>
          </a:lstStyle>
          <a:p>
            <a:endParaRPr kumimoji="0" lang="en-US"/>
          </a:p>
        </p:txBody>
      </p:sp>
      <p:sp>
        <p:nvSpPr>
          <p:cNvPr id="14" name="Right Triangle 13"/>
          <p:cNvSpPr>
            <a:spLocks/>
          </p:cNvSpPr>
          <p:nvPr/>
        </p:nvSpPr>
        <p:spPr bwMode="auto">
          <a:xfrm>
            <a:off x="-6042" y="5791253"/>
            <a:ext cx="3402314" cy="1080868"/>
          </a:xfrm>
          <a:prstGeom prst="rtTriangle">
            <a:avLst/>
          </a:prstGeom>
          <a:blipFill>
            <a:blip r:embed="rId13">
              <a:alphaModFix amt="50000"/>
            </a:blip>
            <a:tile tx="0" ty="0" sx="50000" sy="50000" flip="none" algn="t"/>
          </a:blipFill>
          <a:ln w="12700" cap="rnd" cmpd="thickThin" algn="ctr">
            <a:noFill/>
            <a:prstDash val="solid"/>
          </a:ln>
          <a:effectLst>
            <a:fillOverlay blend="mult">
              <a:gradFill flip="none" rotWithShape="1">
                <a:gsLst>
                  <a:gs pos="0">
                    <a:schemeClr val="accent1">
                      <a:shade val="20000"/>
                      <a:satMod val="176000"/>
                      <a:alpha val="100000"/>
                    </a:schemeClr>
                  </a:gs>
                  <a:gs pos="18000">
                    <a:schemeClr val="accent1">
                      <a:shade val="48000"/>
                      <a:satMod val="153000"/>
                      <a:alpha val="100000"/>
                    </a:schemeClr>
                  </a:gs>
                  <a:gs pos="43000">
                    <a:schemeClr val="accent1">
                      <a:tint val="86000"/>
                      <a:satMod val="149000"/>
                      <a:alpha val="100000"/>
                    </a:schemeClr>
                  </a:gs>
                  <a:gs pos="45000">
                    <a:schemeClr val="accent1">
                      <a:tint val="85000"/>
                      <a:satMod val="150000"/>
                      <a:alpha val="100000"/>
                    </a:schemeClr>
                  </a:gs>
                  <a:gs pos="50000">
                    <a:schemeClr val="accent1">
                      <a:tint val="86000"/>
                      <a:satMod val="149000"/>
                      <a:alpha val="100000"/>
                    </a:schemeClr>
                  </a:gs>
                  <a:gs pos="79000">
                    <a:schemeClr val="accent1">
                      <a:shade val="53000"/>
                      <a:satMod val="150000"/>
                      <a:alpha val="100000"/>
                    </a:schemeClr>
                  </a:gs>
                  <a:gs pos="100000">
                    <a:schemeClr val="accent1">
                      <a:shade val="25000"/>
                      <a:satMod val="170000"/>
                      <a:alpha val="100000"/>
                    </a:schemeClr>
                  </a:gs>
                </a:gsLst>
                <a:lin ang="450000" scaled="1"/>
                <a:tileRect/>
              </a:gradFill>
            </a:fillOverlay>
          </a:effectLst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vert="horz" wrap="square" lIns="91440" tIns="45720" rIns="91440" bIns="45720" anchor="ctr" compatLnSpc="1"/>
          <a:lstStyle>
            <a:extLst/>
          </a:lstStyle>
          <a:p>
            <a:pPr algn="ctr" eaLnBrk="1" latinLnBrk="0" hangingPunct="1"/>
            <a:endParaRPr kumimoji="0" lang="en-US"/>
          </a:p>
        </p:txBody>
      </p:sp>
      <p:cxnSp>
        <p:nvCxnSpPr>
          <p:cNvPr id="15" name="Straight Connector 14"/>
          <p:cNvCxnSpPr/>
          <p:nvPr/>
        </p:nvCxnSpPr>
        <p:spPr>
          <a:xfrm>
            <a:off x="-9237" y="5787738"/>
            <a:ext cx="3405509" cy="1084383"/>
          </a:xfrm>
          <a:prstGeom prst="line">
            <a:avLst/>
          </a:prstGeom>
          <a:noFill/>
          <a:ln w="12065" cap="flat" cmpd="sng" algn="ctr">
            <a:gradFill>
              <a:gsLst>
                <a:gs pos="45000">
                  <a:schemeClr val="accent1">
                    <a:tint val="70000"/>
                    <a:satMod val="110000"/>
                  </a:schemeClr>
                </a:gs>
                <a:gs pos="15000">
                  <a:schemeClr val="accent1">
                    <a:shade val="40000"/>
                    <a:satMod val="110000"/>
                  </a:schemeClr>
                </a:gs>
              </a:gsLst>
              <a:lin ang="5400000" scaled="1"/>
            </a:gradFill>
            <a:prstDash val="solid"/>
            <a:miter lim="800000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itle Placeholder 8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anchor="ctr">
            <a:normAutofit/>
            <a:scene3d>
              <a:camera prst="orthographicFront"/>
              <a:lightRig rig="soft" dir="t"/>
            </a:scene3d>
            <a:sp3d prstMaterial="softEdge">
              <a:bevelT w="25400" h="25400"/>
            </a:sp3d>
          </a:bodyPr>
          <a:lstStyle>
            <a:extLst/>
          </a:lstStyle>
          <a:p>
            <a:r>
              <a:rPr kumimoji="0" lang="en-US" smtClean="0"/>
              <a:t>Click to edit Master title style</a:t>
            </a:r>
            <a:endParaRPr kumimoji="0" lang="en-US"/>
          </a:p>
        </p:txBody>
      </p:sp>
      <p:sp>
        <p:nvSpPr>
          <p:cNvPr id="30" name="Text Placeholder 29"/>
          <p:cNvSpPr>
            <a:spLocks noGrp="1"/>
          </p:cNvSpPr>
          <p:nvPr>
            <p:ph type="body" idx="1"/>
          </p:nvPr>
        </p:nvSpPr>
        <p:spPr>
          <a:xfrm>
            <a:off x="457200" y="1481328"/>
            <a:ext cx="8229600" cy="4525963"/>
          </a:xfrm>
          <a:prstGeom prst="rect">
            <a:avLst/>
          </a:prstGeom>
        </p:spPr>
        <p:txBody>
          <a:bodyPr vert="horz">
            <a:normAutofit/>
          </a:bodyPr>
          <a:lstStyle>
            <a:extLst/>
          </a:lstStyle>
          <a:p>
            <a:pPr lvl="0" eaLnBrk="1" latinLnBrk="0" hangingPunct="1"/>
            <a:r>
              <a:rPr kumimoji="0" lang="en-US" smtClean="0"/>
              <a:t>Click to edit Master text styles</a:t>
            </a:r>
          </a:p>
          <a:p>
            <a:pPr lvl="1" eaLnBrk="1" latinLnBrk="0" hangingPunct="1"/>
            <a:r>
              <a:rPr kumimoji="0" lang="en-US" smtClean="0"/>
              <a:t>Second level</a:t>
            </a:r>
          </a:p>
          <a:p>
            <a:pPr lvl="2" eaLnBrk="1" latinLnBrk="0" hangingPunct="1"/>
            <a:r>
              <a:rPr kumimoji="0" lang="en-US" smtClean="0"/>
              <a:t>Third level</a:t>
            </a:r>
          </a:p>
          <a:p>
            <a:pPr lvl="3" eaLnBrk="1" latinLnBrk="0" hangingPunct="1"/>
            <a:r>
              <a:rPr kumimoji="0" lang="en-US" smtClean="0"/>
              <a:t>Fourth level</a:t>
            </a:r>
          </a:p>
          <a:p>
            <a:pPr lvl="4" eaLnBrk="1" latinLnBrk="0" hangingPunct="1"/>
            <a:r>
              <a:rPr kumimoji="0" lang="en-US" smtClean="0"/>
              <a:t>Fifth level</a:t>
            </a:r>
            <a:endParaRPr kumimoji="0" lang="en-US"/>
          </a:p>
        </p:txBody>
      </p:sp>
      <p:sp>
        <p:nvSpPr>
          <p:cNvPr id="10" name="Date Placeholder 9"/>
          <p:cNvSpPr>
            <a:spLocks noGrp="1"/>
          </p:cNvSpPr>
          <p:nvPr>
            <p:ph type="dt" sz="half" idx="2"/>
          </p:nvPr>
        </p:nvSpPr>
        <p:spPr>
          <a:xfrm>
            <a:off x="6727032" y="6407944"/>
            <a:ext cx="1920240" cy="365760"/>
          </a:xfrm>
          <a:prstGeom prst="rect">
            <a:avLst/>
          </a:prstGeom>
        </p:spPr>
        <p:txBody>
          <a:bodyPr vert="horz" anchor="b"/>
          <a:lstStyle>
            <a:lvl1pPr algn="l" eaLnBrk="1" latinLnBrk="0" hangingPunct="1">
              <a:defRPr kumimoji="0" sz="1000">
                <a:solidFill>
                  <a:schemeClr val="tx1"/>
                </a:solidFill>
              </a:defRPr>
            </a:lvl1pPr>
            <a:extLst/>
          </a:lstStyle>
          <a:p>
            <a:fld id="{EA93E597-01CF-48D2-83BA-947F2E3D3D10}" type="datetimeFigureOut">
              <a:rPr lang="en-US" smtClean="0"/>
              <a:t>12/1/2025</a:t>
            </a:fld>
            <a:endParaRPr lang="en-US"/>
          </a:p>
        </p:txBody>
      </p:sp>
      <p:sp>
        <p:nvSpPr>
          <p:cNvPr id="22" name="Footer Placeholder 21"/>
          <p:cNvSpPr>
            <a:spLocks noGrp="1"/>
          </p:cNvSpPr>
          <p:nvPr>
            <p:ph type="ftr" sz="quarter" idx="3"/>
          </p:nvPr>
        </p:nvSpPr>
        <p:spPr>
          <a:xfrm>
            <a:off x="4380072" y="6407944"/>
            <a:ext cx="2350681" cy="365125"/>
          </a:xfrm>
          <a:prstGeom prst="rect">
            <a:avLst/>
          </a:prstGeom>
        </p:spPr>
        <p:txBody>
          <a:bodyPr vert="horz" anchor="b"/>
          <a:lstStyle>
            <a:lvl1pPr algn="r" eaLnBrk="1" latinLnBrk="0" hangingPunct="1">
              <a:defRPr kumimoji="0" sz="1000">
                <a:solidFill>
                  <a:schemeClr val="tx1"/>
                </a:solidFill>
              </a:defRPr>
            </a:lvl1pPr>
            <a:extLst/>
          </a:lstStyle>
          <a:p>
            <a:endParaRPr lang="en-US"/>
          </a:p>
        </p:txBody>
      </p:sp>
      <p:sp>
        <p:nvSpPr>
          <p:cNvPr id="18" name="Slide Number Placeholder 17"/>
          <p:cNvSpPr>
            <a:spLocks noGrp="1"/>
          </p:cNvSpPr>
          <p:nvPr>
            <p:ph type="sldNum" sz="quarter" idx="4"/>
          </p:nvPr>
        </p:nvSpPr>
        <p:spPr>
          <a:xfrm>
            <a:off x="8647272" y="6407944"/>
            <a:ext cx="365760" cy="365125"/>
          </a:xfrm>
          <a:prstGeom prst="rect">
            <a:avLst/>
          </a:prstGeom>
        </p:spPr>
        <p:txBody>
          <a:bodyPr vert="horz" anchor="b"/>
          <a:lstStyle>
            <a:lvl1pPr algn="r" eaLnBrk="1" latinLnBrk="0" hangingPunct="1">
              <a:defRPr kumimoji="0" sz="1000" b="0">
                <a:solidFill>
                  <a:schemeClr val="tx1"/>
                </a:solidFill>
              </a:defRPr>
            </a:lvl1pPr>
            <a:extLst/>
          </a:lstStyle>
          <a:p>
            <a:fld id="{04AFDF44-B8B8-4338-9ED6-D150207956F4}" type="slidenum">
              <a:rPr lang="en-US" smtClean="0"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85" r:id="rId1"/>
    <p:sldLayoutId id="2147483686" r:id="rId2"/>
    <p:sldLayoutId id="2147483687" r:id="rId3"/>
    <p:sldLayoutId id="2147483688" r:id="rId4"/>
    <p:sldLayoutId id="2147483689" r:id="rId5"/>
    <p:sldLayoutId id="2147483690" r:id="rId6"/>
    <p:sldLayoutId id="2147483691" r:id="rId7"/>
    <p:sldLayoutId id="2147483692" r:id="rId8"/>
    <p:sldLayoutId id="2147483693" r:id="rId9"/>
    <p:sldLayoutId id="2147483694" r:id="rId10"/>
    <p:sldLayoutId id="2147483695" r:id="rId11"/>
  </p:sldLayoutIdLst>
  <p:txStyles>
    <p:titleStyle>
      <a:lvl1pPr algn="l" rtl="0" eaLnBrk="1" latinLnBrk="0" hangingPunct="1">
        <a:spcBef>
          <a:spcPct val="0"/>
        </a:spcBef>
        <a:buNone/>
        <a:defRPr kumimoji="0" sz="4100" b="1" kern="1200">
          <a:solidFill>
            <a:schemeClr val="tx2"/>
          </a:solidFill>
          <a:effectLst>
            <a:outerShdw blurRad="31750" dist="25400" dir="5400000" algn="tl" rotWithShape="0">
              <a:srgbClr val="000000">
                <a:alpha val="25000"/>
              </a:srgbClr>
            </a:outerShdw>
          </a:effectLst>
          <a:latin typeface="+mj-lt"/>
          <a:ea typeface="+mj-ea"/>
          <a:cs typeface="+mj-cs"/>
        </a:defRPr>
      </a:lvl1pPr>
      <a:extLst/>
    </p:titleStyle>
    <p:bodyStyle>
      <a:lvl1pPr marL="365760" indent="-256032" algn="l" rtl="0" eaLnBrk="1" latinLnBrk="0" hangingPunct="1">
        <a:spcBef>
          <a:spcPts val="400"/>
        </a:spcBef>
        <a:spcAft>
          <a:spcPts val="0"/>
        </a:spcAft>
        <a:buClr>
          <a:schemeClr val="accent1"/>
        </a:buClr>
        <a:buSzPct val="68000"/>
        <a:buFont typeface="Wingdings 3"/>
        <a:buChar char=""/>
        <a:defRPr kumimoji="0" sz="2700" kern="1200">
          <a:solidFill>
            <a:schemeClr val="tx1"/>
          </a:solidFill>
          <a:latin typeface="+mn-lt"/>
          <a:ea typeface="+mn-ea"/>
          <a:cs typeface="+mn-cs"/>
        </a:defRPr>
      </a:lvl1pPr>
      <a:lvl2pPr marL="621792" indent="-228600" algn="l" rtl="0" eaLnBrk="1" latinLnBrk="0" hangingPunct="1">
        <a:spcBef>
          <a:spcPts val="324"/>
        </a:spcBef>
        <a:buClr>
          <a:schemeClr val="accent1"/>
        </a:buClr>
        <a:buFont typeface="Verdana"/>
        <a:buChar char="◦"/>
        <a:defRPr kumimoji="0" sz="2300" kern="1200">
          <a:solidFill>
            <a:schemeClr val="tx1"/>
          </a:solidFill>
          <a:latin typeface="+mn-lt"/>
          <a:ea typeface="+mn-ea"/>
          <a:cs typeface="+mn-cs"/>
        </a:defRPr>
      </a:lvl2pPr>
      <a:lvl3pPr marL="859536" indent="-228600" algn="l" rtl="0" eaLnBrk="1" latinLnBrk="0" hangingPunct="1">
        <a:spcBef>
          <a:spcPts val="350"/>
        </a:spcBef>
        <a:buClr>
          <a:schemeClr val="accent2"/>
        </a:buClr>
        <a:buSzPct val="100000"/>
        <a:buFont typeface="Wingdings 2"/>
        <a:buChar char=""/>
        <a:defRPr kumimoji="0" sz="2100" kern="1200">
          <a:solidFill>
            <a:schemeClr val="tx1"/>
          </a:solidFill>
          <a:latin typeface="+mn-lt"/>
          <a:ea typeface="+mn-ea"/>
          <a:cs typeface="+mn-cs"/>
        </a:defRPr>
      </a:lvl3pPr>
      <a:lvl4pPr marL="1143000" indent="-228600" algn="l" rtl="0" eaLnBrk="1" latinLnBrk="0" hangingPunct="1">
        <a:spcBef>
          <a:spcPts val="350"/>
        </a:spcBef>
        <a:buClr>
          <a:schemeClr val="accent2"/>
        </a:buClr>
        <a:buFont typeface="Wingdings 2"/>
        <a:buChar char=""/>
        <a:defRPr kumimoji="0" sz="1900" kern="1200">
          <a:solidFill>
            <a:schemeClr val="tx1"/>
          </a:solidFill>
          <a:latin typeface="+mn-lt"/>
          <a:ea typeface="+mn-ea"/>
          <a:cs typeface="+mn-cs"/>
        </a:defRPr>
      </a:lvl4pPr>
      <a:lvl5pPr marL="1371600" indent="-228600" algn="l" rtl="0" eaLnBrk="1" latinLnBrk="0" hangingPunct="1">
        <a:spcBef>
          <a:spcPts val="350"/>
        </a:spcBef>
        <a:buClr>
          <a:schemeClr val="accent2"/>
        </a:buClr>
        <a:buFont typeface="Wingdings 2"/>
        <a:buChar char=""/>
        <a:defRPr kumimoji="0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1600200" indent="-228600" algn="l" rtl="0" eaLnBrk="1" latinLnBrk="0" hangingPunct="1">
        <a:spcBef>
          <a:spcPts val="350"/>
        </a:spcBef>
        <a:buClr>
          <a:schemeClr val="accent3"/>
        </a:buClr>
        <a:buFont typeface="Wingdings 2"/>
        <a:buChar char=""/>
        <a:defRPr kumimoji="0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1828800" indent="-228600" algn="l" rtl="0" eaLnBrk="1" latinLnBrk="0" hangingPunct="1">
        <a:spcBef>
          <a:spcPts val="350"/>
        </a:spcBef>
        <a:buClr>
          <a:schemeClr val="accent3"/>
        </a:buClr>
        <a:buFont typeface="Wingdings 2"/>
        <a:buChar char=""/>
        <a:defRPr kumimoji="0" sz="1600" kern="1200">
          <a:solidFill>
            <a:schemeClr val="tx1"/>
          </a:solidFill>
          <a:latin typeface="+mn-lt"/>
          <a:ea typeface="+mn-ea"/>
          <a:cs typeface="+mn-cs"/>
        </a:defRPr>
      </a:lvl7pPr>
      <a:lvl8pPr marL="2057400" indent="-228600" algn="l" rtl="0" eaLnBrk="1" latinLnBrk="0" hangingPunct="1">
        <a:spcBef>
          <a:spcPts val="350"/>
        </a:spcBef>
        <a:buClr>
          <a:schemeClr val="accent3"/>
        </a:buClr>
        <a:buFont typeface="Wingdings 2"/>
        <a:buChar char=""/>
        <a:defRPr kumimoji="0" sz="1600" kern="1200">
          <a:solidFill>
            <a:schemeClr val="tx1"/>
          </a:solidFill>
          <a:latin typeface="+mn-lt"/>
          <a:ea typeface="+mn-ea"/>
          <a:cs typeface="+mn-cs"/>
        </a:defRPr>
      </a:lvl8pPr>
      <a:lvl9pPr marL="2286000" indent="-228600" algn="l" rtl="0" eaLnBrk="1" latinLnBrk="0" hangingPunct="1">
        <a:spcBef>
          <a:spcPts val="350"/>
        </a:spcBef>
        <a:buClr>
          <a:schemeClr val="accent3"/>
        </a:buClr>
        <a:buFont typeface="Wingdings 2"/>
        <a:buChar char=""/>
        <a:defRPr kumimoji="0" sz="1600" kern="1200" baseline="0">
          <a:solidFill>
            <a:schemeClr val="tx1"/>
          </a:solidFill>
          <a:latin typeface="+mn-lt"/>
          <a:ea typeface="+mn-ea"/>
          <a:cs typeface="+mn-cs"/>
        </a:defRPr>
      </a:lvl9pPr>
      <a:extLst/>
    </p:bodyStyle>
    <p:otherStyle>
      <a:lvl1pPr marL="0" algn="l" rtl="0" eaLnBrk="1" latinLnBrk="0" hangingPunct="1">
        <a:defRPr kumimoji="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rtl="0" eaLnBrk="1" latinLnBrk="0" hangingPunct="1">
        <a:defRPr kumimoji="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rtl="0" eaLnBrk="1" latinLnBrk="0" hangingPunct="1">
        <a:defRPr kumimoji="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rtl="0" eaLnBrk="1" latinLnBrk="0" hangingPunct="1">
        <a:defRPr kumimoji="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rtl="0" eaLnBrk="1" latinLnBrk="0" hangingPunct="1">
        <a:defRPr kumimoji="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rtl="0" eaLnBrk="1" latinLnBrk="0" hangingPunct="1">
        <a:defRPr kumimoji="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rtl="0" eaLnBrk="1" latinLnBrk="0" hangingPunct="1">
        <a:defRPr kumimoji="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rtl="0" eaLnBrk="1" latinLnBrk="0" hangingPunct="1">
        <a:defRPr kumimoji="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rtl="0" eaLnBrk="1" latinLnBrk="0" hangingPunct="1">
        <a:defRPr kumimoji="0" kern="1200">
          <a:solidFill>
            <a:schemeClr val="tx1"/>
          </a:solidFill>
          <a:latin typeface="+mn-lt"/>
          <a:ea typeface="+mn-ea"/>
          <a:cs typeface="+mn-cs"/>
        </a:defRPr>
      </a:lvl9pPr>
      <a:extLst/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5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685800"/>
            <a:ext cx="7772400" cy="2210761"/>
          </a:xfrm>
        </p:spPr>
        <p:txBody>
          <a:bodyPr>
            <a:normAutofit fontScale="90000"/>
          </a:bodyPr>
          <a:lstStyle/>
          <a:p>
            <a:pPr algn="ctr"/>
            <a:r>
              <a:rPr lang="en-US" dirty="0" smtClean="0"/>
              <a:t>Healthcare Provider Fraud Detection Using Machine Learning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457200" y="3505200"/>
            <a:ext cx="8077200" cy="1143000"/>
          </a:xfrm>
        </p:spPr>
        <p:txBody>
          <a:bodyPr/>
          <a:lstStyle/>
          <a:p>
            <a:pPr algn="ctr"/>
            <a:endParaRPr lang="en-US" sz="1800" dirty="0" smtClean="0"/>
          </a:p>
          <a:p>
            <a:pPr algn="ctr"/>
            <a:r>
              <a:rPr lang="en-US" sz="1800" dirty="0" smtClean="0"/>
              <a:t>Team: </a:t>
            </a:r>
            <a:r>
              <a:rPr lang="en-US" sz="1800" dirty="0" err="1" smtClean="0"/>
              <a:t>Roba</a:t>
            </a:r>
            <a:r>
              <a:rPr lang="en-US" sz="1800" dirty="0" smtClean="0"/>
              <a:t> Ahmed · </a:t>
            </a:r>
            <a:r>
              <a:rPr lang="en-US" sz="1800" dirty="0" err="1" smtClean="0"/>
              <a:t>Yahia</a:t>
            </a:r>
            <a:r>
              <a:rPr lang="en-US" sz="1800" dirty="0" smtClean="0"/>
              <a:t> </a:t>
            </a:r>
            <a:r>
              <a:rPr lang="en-US" sz="1800" dirty="0" err="1" smtClean="0"/>
              <a:t>Walid</a:t>
            </a:r>
            <a:r>
              <a:rPr lang="en-US" sz="1800" dirty="0" smtClean="0"/>
              <a:t> · </a:t>
            </a:r>
            <a:r>
              <a:rPr lang="en-US" sz="1800" dirty="0" err="1" smtClean="0"/>
              <a:t>Abdelrhman</a:t>
            </a:r>
            <a:r>
              <a:rPr lang="en-US" sz="1800" dirty="0" smtClean="0"/>
              <a:t> Shady · Ali Yasser </a:t>
            </a:r>
            <a:endParaRPr lang="en-US" sz="1800" dirty="0"/>
          </a:p>
        </p:txBody>
      </p:sp>
    </p:spTree>
    <p:extLst>
      <p:ext uri="{BB962C8B-B14F-4D97-AF65-F5344CB8AC3E}">
        <p14:creationId xmlns:p14="http://schemas.microsoft.com/office/powerpoint/2010/main" val="2512358042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Healthcare fraud causes </a:t>
            </a:r>
            <a:r>
              <a:rPr lang="en-US" b="1" dirty="0"/>
              <a:t>$68+ billion</a:t>
            </a:r>
            <a:r>
              <a:rPr lang="en-US" dirty="0"/>
              <a:t> in yearly losses</a:t>
            </a:r>
          </a:p>
          <a:p>
            <a:r>
              <a:rPr lang="en-US" dirty="0"/>
              <a:t>Current detection uses </a:t>
            </a:r>
            <a:r>
              <a:rPr lang="en-US" b="1" dirty="0"/>
              <a:t>manual audits &amp; rule-based checks</a:t>
            </a:r>
            <a:endParaRPr lang="en-US" dirty="0"/>
          </a:p>
          <a:p>
            <a:r>
              <a:rPr lang="en-US" dirty="0"/>
              <a:t>These miss evolving and complex fraud patterns</a:t>
            </a:r>
          </a:p>
          <a:p>
            <a:r>
              <a:rPr lang="en-US" dirty="0"/>
              <a:t>Our goal is to build an </a:t>
            </a:r>
            <a:r>
              <a:rPr lang="en-US" b="1" dirty="0"/>
              <a:t>ML model</a:t>
            </a:r>
            <a:r>
              <a:rPr lang="en-US" dirty="0"/>
              <a:t> to detect fraudulent providers</a:t>
            </a:r>
          </a:p>
          <a:p>
            <a:r>
              <a:rPr lang="en-US" dirty="0"/>
              <a:t>Priority = </a:t>
            </a:r>
            <a:r>
              <a:rPr lang="en-US" b="1" dirty="0"/>
              <a:t>high </a:t>
            </a:r>
            <a:r>
              <a:rPr lang="en-US" b="1" dirty="0" smtClean="0"/>
              <a:t>recall</a:t>
            </a:r>
            <a:endParaRPr lang="en-US" dirty="0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/>
            <a:r>
              <a:rPr lang="en-US" dirty="0" smtClean="0"/>
              <a:t>Main Problem 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91087648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/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10000"/>
          </a:bodyPr>
          <a:lstStyle/>
          <a:p>
            <a:pPr marL="0" indent="0">
              <a:buNone/>
            </a:pPr>
            <a:r>
              <a:rPr lang="en-US" dirty="0" smtClean="0"/>
              <a:t>We used </a:t>
            </a:r>
            <a:r>
              <a:rPr lang="en-US" b="1" dirty="0" smtClean="0"/>
              <a:t>four datasets</a:t>
            </a:r>
            <a:r>
              <a:rPr lang="en-US" dirty="0" smtClean="0"/>
              <a:t>:</a:t>
            </a:r>
          </a:p>
          <a:p>
            <a:r>
              <a:rPr lang="en-US" dirty="0" smtClean="0"/>
              <a:t>Inpatient claims</a:t>
            </a:r>
          </a:p>
          <a:p>
            <a:r>
              <a:rPr lang="en-US" dirty="0" smtClean="0"/>
              <a:t>Outpatient claims</a:t>
            </a:r>
          </a:p>
          <a:p>
            <a:r>
              <a:rPr lang="en-US" dirty="0" smtClean="0"/>
              <a:t>Beneficiary info</a:t>
            </a:r>
          </a:p>
          <a:p>
            <a:r>
              <a:rPr lang="en-US" dirty="0" smtClean="0"/>
              <a:t>Provider fraud labels</a:t>
            </a:r>
          </a:p>
          <a:p>
            <a:pPr marL="109728" indent="0">
              <a:buNone/>
            </a:pPr>
            <a:endParaRPr lang="en-US" dirty="0" smtClean="0"/>
          </a:p>
          <a:p>
            <a:pPr marL="109728" indent="0">
              <a:buNone/>
            </a:pPr>
            <a:r>
              <a:rPr lang="en-US" dirty="0"/>
              <a:t>Challenges:</a:t>
            </a:r>
          </a:p>
          <a:p>
            <a:r>
              <a:rPr lang="en-US" dirty="0"/>
              <a:t>Strong class imbalance (</a:t>
            </a:r>
            <a:r>
              <a:rPr lang="en-US" dirty="0" smtClean="0"/>
              <a:t>Fraud </a:t>
            </a:r>
            <a:r>
              <a:rPr lang="en-US" dirty="0"/>
              <a:t>cases = only </a:t>
            </a:r>
            <a:r>
              <a:rPr lang="en-US" b="1" dirty="0"/>
              <a:t>9%</a:t>
            </a:r>
            <a:r>
              <a:rPr lang="en-US" dirty="0"/>
              <a:t> of </a:t>
            </a:r>
            <a:r>
              <a:rPr lang="en-US" dirty="0" smtClean="0"/>
              <a:t>providers)</a:t>
            </a:r>
          </a:p>
          <a:p>
            <a:r>
              <a:rPr lang="en-US" dirty="0" smtClean="0"/>
              <a:t>Claim-level </a:t>
            </a:r>
            <a:r>
              <a:rPr lang="en-US" dirty="0"/>
              <a:t>→ must aggregate to provider-level</a:t>
            </a:r>
          </a:p>
          <a:p>
            <a:r>
              <a:rPr lang="en-US" dirty="0"/>
              <a:t>Large number of features</a:t>
            </a:r>
          </a:p>
          <a:p>
            <a:endParaRPr lang="en-US" dirty="0" smtClean="0"/>
          </a:p>
          <a:p>
            <a:endParaRPr lang="en-US" dirty="0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/>
            <a:r>
              <a:rPr lang="en-US" dirty="0" smtClean="0"/>
              <a:t>Dataset Overview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249311406"/>
      </p:ext>
    </p:extLst>
  </p:cSld>
  <p:clrMapOvr>
    <a:masterClrMapping/>
  </p:clrMapOvr>
  <p:transition spd="slow">
    <p:push dir="u"/>
  </p:transition>
  <p:timing>
    <p:tnLst>
      <p:par>
        <p:cTn id="1" dur="indefinite" restart="never" nodeType="tmRoot"/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7200" y="1295400"/>
            <a:ext cx="8229600" cy="5029200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dirty="0" smtClean="0"/>
              <a:t>Steps performed:</a:t>
            </a:r>
          </a:p>
          <a:p>
            <a:r>
              <a:rPr lang="en-US" dirty="0" smtClean="0"/>
              <a:t>Cleaned missing values + standardized formats</a:t>
            </a:r>
          </a:p>
          <a:p>
            <a:r>
              <a:rPr lang="en-US" dirty="0" smtClean="0"/>
              <a:t>Merged all datasets using Provider ID</a:t>
            </a:r>
          </a:p>
          <a:p>
            <a:r>
              <a:rPr lang="en-US" dirty="0" smtClean="0"/>
              <a:t>Engineered provider-level features:</a:t>
            </a:r>
          </a:p>
          <a:p>
            <a:pPr lvl="1"/>
            <a:r>
              <a:rPr lang="en-US" dirty="0" smtClean="0"/>
              <a:t>Total claim counts</a:t>
            </a:r>
          </a:p>
          <a:p>
            <a:pPr lvl="1"/>
            <a:r>
              <a:rPr lang="en-US" dirty="0" smtClean="0"/>
              <a:t>Total reimbursement amounts</a:t>
            </a:r>
          </a:p>
          <a:p>
            <a:pPr lvl="1"/>
            <a:r>
              <a:rPr lang="en-US" dirty="0" smtClean="0"/>
              <a:t>Average claims per beneficiary</a:t>
            </a:r>
          </a:p>
          <a:p>
            <a:pPr lvl="1"/>
            <a:r>
              <a:rPr lang="en-US" dirty="0" smtClean="0"/>
              <a:t>Inpatient </a:t>
            </a:r>
            <a:r>
              <a:rPr lang="en-US" dirty="0" err="1" smtClean="0"/>
              <a:t>vs</a:t>
            </a:r>
            <a:r>
              <a:rPr lang="en-US" dirty="0" smtClean="0"/>
              <a:t> outpatient ratios</a:t>
            </a:r>
          </a:p>
          <a:p>
            <a:pPr lvl="1"/>
            <a:r>
              <a:rPr lang="en-US" dirty="0" smtClean="0"/>
              <a:t>Deceased beneficiary ratio</a:t>
            </a:r>
          </a:p>
          <a:p>
            <a:r>
              <a:rPr lang="en-US" dirty="0" smtClean="0"/>
              <a:t>Output: </a:t>
            </a:r>
            <a:r>
              <a:rPr lang="en-US" b="1" dirty="0" smtClean="0"/>
              <a:t>provider_level.csv</a:t>
            </a:r>
            <a:endParaRPr lang="en-US" dirty="0" smtClean="0"/>
          </a:p>
          <a:p>
            <a:endParaRPr lang="en-US" dirty="0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pPr algn="l"/>
            <a:r>
              <a:rPr lang="en-US" sz="3600" dirty="0" smtClean="0"/>
              <a:t>Data Preparation &amp; Feature Engineering</a:t>
            </a:r>
            <a:endParaRPr lang="en-US" sz="3600" dirty="0"/>
          </a:p>
        </p:txBody>
      </p:sp>
    </p:spTree>
    <p:extLst>
      <p:ext uri="{BB962C8B-B14F-4D97-AF65-F5344CB8AC3E}">
        <p14:creationId xmlns:p14="http://schemas.microsoft.com/office/powerpoint/2010/main" val="2091775853"/>
      </p:ext>
    </p:extLst>
  </p:cSld>
  <p:clrMapOvr>
    <a:masterClrMapping/>
  </p:clrMapOvr>
  <p:transition spd="slow">
    <p:wipe/>
  </p:transition>
  <p:timing>
    <p:tnLst>
      <p:par>
        <p:cTn id="1" dur="indefinite" restart="never" nodeType="tmRoot"/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Fraud is the </a:t>
            </a:r>
            <a:r>
              <a:rPr lang="en-US" b="1" dirty="0"/>
              <a:t>minority class (~9%)</a:t>
            </a:r>
            <a:endParaRPr lang="en-US" dirty="0"/>
          </a:p>
          <a:p>
            <a:r>
              <a:rPr lang="en-US" dirty="0"/>
              <a:t>Without handling imbalance → model predicts “legit” for EVERY provider</a:t>
            </a:r>
          </a:p>
          <a:p>
            <a:r>
              <a:rPr lang="en-US" dirty="0"/>
              <a:t>Our solutions:</a:t>
            </a:r>
          </a:p>
          <a:p>
            <a:r>
              <a:rPr lang="en-US" dirty="0"/>
              <a:t>SMOTE oversampling</a:t>
            </a:r>
          </a:p>
          <a:p>
            <a:r>
              <a:rPr lang="en-US" dirty="0"/>
              <a:t>Class weights</a:t>
            </a:r>
          </a:p>
          <a:p>
            <a:pPr marL="109728" indent="0">
              <a:buNone/>
            </a:pPr>
            <a:r>
              <a:rPr lang="en-US" dirty="0" smtClean="0"/>
              <a:t>Ensures model learns fraud behavior properly</a:t>
            </a:r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algn="l"/>
            <a:r>
              <a:rPr lang="en-US" b="1" dirty="0" smtClean="0"/>
              <a:t>Handling Class Imbalance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632665271"/>
      </p:ext>
    </p:extLst>
  </p:cSld>
  <p:clrMapOvr>
    <a:masterClrMapping/>
  </p:clrMapOvr>
  <p:transition spd="slow">
    <p:cover/>
  </p:transition>
  <p:timing>
    <p:tnLst>
      <p:par>
        <p:cTn id="1" dur="indefinite" restart="never" nodeType="tmRoot"/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US" dirty="0" smtClean="0"/>
              <a:t>Models tested:</a:t>
            </a:r>
          </a:p>
          <a:p>
            <a:r>
              <a:rPr lang="en-US" dirty="0" smtClean="0"/>
              <a:t>Logistic Regression</a:t>
            </a:r>
          </a:p>
          <a:p>
            <a:r>
              <a:rPr lang="en-US" dirty="0" smtClean="0"/>
              <a:t>Random Forest</a:t>
            </a:r>
          </a:p>
          <a:p>
            <a:r>
              <a:rPr lang="en-US" dirty="0" smtClean="0"/>
              <a:t>Gradient Boosting</a:t>
            </a:r>
          </a:p>
          <a:p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1"/>
            <a:ext cx="4038600" cy="3276600"/>
          </a:xfrm>
        </p:spPr>
        <p:txBody>
          <a:bodyPr/>
          <a:lstStyle/>
          <a:p>
            <a:pPr marL="0" indent="0">
              <a:buNone/>
            </a:pPr>
            <a:r>
              <a:rPr lang="en-US" dirty="0" smtClean="0"/>
              <a:t>Evaluation metrics:</a:t>
            </a:r>
          </a:p>
          <a:p>
            <a:r>
              <a:rPr lang="en-US" dirty="0" smtClean="0"/>
              <a:t>Precision</a:t>
            </a:r>
          </a:p>
          <a:p>
            <a:r>
              <a:rPr lang="en-US" dirty="0" smtClean="0"/>
              <a:t>Recall</a:t>
            </a:r>
          </a:p>
          <a:p>
            <a:r>
              <a:rPr lang="en-US" dirty="0" smtClean="0"/>
              <a:t>F1-score</a:t>
            </a:r>
          </a:p>
          <a:p>
            <a:r>
              <a:rPr lang="en-US" dirty="0" smtClean="0"/>
              <a:t>ROC-AUC</a:t>
            </a:r>
          </a:p>
          <a:p>
            <a:r>
              <a:rPr lang="en-US" dirty="0" smtClean="0"/>
              <a:t>PR-AUC</a:t>
            </a:r>
          </a:p>
          <a:p>
            <a:endParaRPr lang="en-US" dirty="0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Modeling Approach</a:t>
            </a:r>
            <a:endParaRPr lang="en-US" dirty="0"/>
          </a:p>
        </p:txBody>
      </p:sp>
      <p:sp>
        <p:nvSpPr>
          <p:cNvPr id="5" name="TextBox 4"/>
          <p:cNvSpPr txBox="1"/>
          <p:nvPr/>
        </p:nvSpPr>
        <p:spPr>
          <a:xfrm>
            <a:off x="381000" y="4724400"/>
            <a:ext cx="8305800" cy="181588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800" b="1" dirty="0"/>
              <a:t>Top 2 Models Before Tuning:</a:t>
            </a:r>
            <a:endParaRPr lang="en-US" sz="2800" dirty="0"/>
          </a:p>
          <a:p>
            <a:pPr algn="ctr"/>
            <a:r>
              <a:rPr lang="en-US" sz="2800" b="1" dirty="0"/>
              <a:t>Random Forest (Class Weight)</a:t>
            </a:r>
            <a:r>
              <a:rPr lang="en-US" sz="2800" dirty="0"/>
              <a:t> → Highest PR-AUC</a:t>
            </a:r>
          </a:p>
          <a:p>
            <a:pPr algn="ctr"/>
            <a:r>
              <a:rPr lang="en-US" sz="2800" b="1" dirty="0"/>
              <a:t>Random Forest (SMOTE)</a:t>
            </a:r>
            <a:r>
              <a:rPr lang="en-US" sz="2800" dirty="0"/>
              <a:t> → Highest Recall &amp; F1</a:t>
            </a:r>
          </a:p>
        </p:txBody>
      </p:sp>
    </p:spTree>
    <p:extLst>
      <p:ext uri="{BB962C8B-B14F-4D97-AF65-F5344CB8AC3E}">
        <p14:creationId xmlns:p14="http://schemas.microsoft.com/office/powerpoint/2010/main" val="64618126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/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/>
          <p:cNvSpPr>
            <a:spLocks noGrp="1"/>
          </p:cNvSpPr>
          <p:nvPr>
            <p:ph type="title"/>
          </p:nvPr>
        </p:nvSpPr>
        <p:spPr>
          <a:xfrm>
            <a:off x="533400" y="18738"/>
            <a:ext cx="8229600" cy="1143000"/>
          </a:xfrm>
        </p:spPr>
        <p:txBody>
          <a:bodyPr/>
          <a:lstStyle/>
          <a:p>
            <a:r>
              <a:rPr lang="en-US" dirty="0"/>
              <a:t>Model Comparison Table</a:t>
            </a:r>
          </a:p>
        </p:txBody>
      </p:sp>
      <p:graphicFrame>
        <p:nvGraphicFramePr>
          <p:cNvPr id="7" name="Content Placeholder 6"/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2260760534"/>
              </p:ext>
            </p:extLst>
          </p:nvPr>
        </p:nvGraphicFramePr>
        <p:xfrm>
          <a:off x="762000" y="1143000"/>
          <a:ext cx="7543800" cy="4572000"/>
        </p:xfrm>
        <a:graphic>
          <a:graphicData uri="http://schemas.openxmlformats.org/drawingml/2006/table">
            <a:tbl>
              <a:tblPr/>
              <a:tblGrid>
                <a:gridCol w="1257300"/>
                <a:gridCol w="1257300"/>
                <a:gridCol w="1257300"/>
                <a:gridCol w="1257300"/>
                <a:gridCol w="1257300"/>
                <a:gridCol w="1257300"/>
              </a:tblGrid>
              <a:tr h="516191">
                <a:tc>
                  <a:txBody>
                    <a:bodyPr/>
                    <a:lstStyle/>
                    <a:p>
                      <a:r>
                        <a:rPr lang="en-US" sz="1100" b="1" dirty="0"/>
                        <a:t>Model Variant</a:t>
                      </a:r>
                      <a:endParaRPr lang="en-US" sz="1100" dirty="0"/>
                    </a:p>
                  </a:txBody>
                  <a:tcPr marL="55876" marR="55876" marT="27938" marB="27938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sz="1100" b="1"/>
                        <a:t>Precision</a:t>
                      </a:r>
                      <a:endParaRPr lang="en-US" sz="1100"/>
                    </a:p>
                  </a:txBody>
                  <a:tcPr marL="55876" marR="55876" marT="27938" marB="27938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sz="1100" b="1"/>
                        <a:t>Recall</a:t>
                      </a:r>
                      <a:endParaRPr lang="en-US" sz="1100"/>
                    </a:p>
                  </a:txBody>
                  <a:tcPr marL="55876" marR="55876" marT="27938" marB="27938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sz="1100" b="1"/>
                        <a:t>F1-Score</a:t>
                      </a:r>
                      <a:endParaRPr lang="en-US" sz="1100"/>
                    </a:p>
                  </a:txBody>
                  <a:tcPr marL="55876" marR="55876" marT="27938" marB="27938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sz="1100" b="1"/>
                        <a:t>ROC-AUC</a:t>
                      </a:r>
                      <a:endParaRPr lang="en-US" sz="1100"/>
                    </a:p>
                  </a:txBody>
                  <a:tcPr marL="55876" marR="55876" marT="27938" marB="27938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sz="1100" b="1"/>
                        <a:t>PR-AUC</a:t>
                      </a:r>
                      <a:endParaRPr lang="en-US" sz="1100"/>
                    </a:p>
                  </a:txBody>
                  <a:tcPr marL="55876" marR="55876" marT="27938" marB="27938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958645">
                <a:tc>
                  <a:txBody>
                    <a:bodyPr/>
                    <a:lstStyle/>
                    <a:p>
                      <a:r>
                        <a:rPr lang="en-US" sz="1100" b="1"/>
                        <a:t>Logistic Regression (Class Weight)</a:t>
                      </a:r>
                      <a:endParaRPr lang="en-US" sz="1100"/>
                    </a:p>
                  </a:txBody>
                  <a:tcPr marL="55876" marR="55876" marT="27938" marB="27938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sz="1100"/>
                        <a:t>0.61</a:t>
                      </a:r>
                    </a:p>
                  </a:txBody>
                  <a:tcPr marL="55876" marR="55876" marT="27938" marB="27938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sz="1100"/>
                        <a:t>0.55</a:t>
                      </a:r>
                    </a:p>
                  </a:txBody>
                  <a:tcPr marL="55876" marR="55876" marT="27938" marB="27938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sz="1100"/>
                        <a:t>0.58</a:t>
                      </a:r>
                    </a:p>
                  </a:txBody>
                  <a:tcPr marL="55876" marR="55876" marT="27938" marB="27938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sz="1100"/>
                        <a:t>0.88</a:t>
                      </a:r>
                    </a:p>
                  </a:txBody>
                  <a:tcPr marL="55876" marR="55876" marT="27938" marB="27938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sz="1100"/>
                        <a:t>0.59</a:t>
                      </a:r>
                    </a:p>
                  </a:txBody>
                  <a:tcPr marL="55876" marR="55876" marT="27938" marB="27938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958645">
                <a:tc>
                  <a:txBody>
                    <a:bodyPr/>
                    <a:lstStyle/>
                    <a:p>
                      <a:r>
                        <a:rPr lang="en-US" sz="1100" b="1"/>
                        <a:t>Random Forest (Class Weight)</a:t>
                      </a:r>
                      <a:endParaRPr lang="en-US" sz="1100"/>
                    </a:p>
                  </a:txBody>
                  <a:tcPr marL="55876" marR="55876" marT="27938" marB="27938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sz="1100"/>
                        <a:t>0.71</a:t>
                      </a:r>
                    </a:p>
                  </a:txBody>
                  <a:tcPr marL="55876" marR="55876" marT="27938" marB="27938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sz="1100"/>
                        <a:t>0.65</a:t>
                      </a:r>
                    </a:p>
                  </a:txBody>
                  <a:tcPr marL="55876" marR="55876" marT="27938" marB="27938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sz="1100"/>
                        <a:t>0.68</a:t>
                      </a:r>
                    </a:p>
                  </a:txBody>
                  <a:tcPr marL="55876" marR="55876" marT="27938" marB="27938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sz="1100"/>
                        <a:t>0.91</a:t>
                      </a:r>
                    </a:p>
                  </a:txBody>
                  <a:tcPr marL="55876" marR="55876" marT="27938" marB="27938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sz="1100" b="1"/>
                        <a:t>0.76</a:t>
                      </a:r>
                      <a:endParaRPr lang="en-US" sz="1100"/>
                    </a:p>
                  </a:txBody>
                  <a:tcPr marL="55876" marR="55876" marT="27938" marB="27938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958645">
                <a:tc>
                  <a:txBody>
                    <a:bodyPr/>
                    <a:lstStyle/>
                    <a:p>
                      <a:r>
                        <a:rPr lang="en-US" sz="1100" b="1"/>
                        <a:t>Gradient Boosting (Class Weight)</a:t>
                      </a:r>
                      <a:endParaRPr lang="en-US" sz="1100"/>
                    </a:p>
                  </a:txBody>
                  <a:tcPr marL="55876" marR="55876" marT="27938" marB="27938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sz="1100"/>
                        <a:t>0.67</a:t>
                      </a:r>
                    </a:p>
                  </a:txBody>
                  <a:tcPr marL="55876" marR="55876" marT="27938" marB="27938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sz="1100"/>
                        <a:t>0.58</a:t>
                      </a:r>
                    </a:p>
                  </a:txBody>
                  <a:tcPr marL="55876" marR="55876" marT="27938" marB="27938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sz="1100"/>
                        <a:t>0.62</a:t>
                      </a:r>
                    </a:p>
                  </a:txBody>
                  <a:tcPr marL="55876" marR="55876" marT="27938" marB="27938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sz="1100"/>
                        <a:t>0.89</a:t>
                      </a:r>
                    </a:p>
                  </a:txBody>
                  <a:tcPr marL="55876" marR="55876" marT="27938" marB="27938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sz="1100"/>
                        <a:t>0.64</a:t>
                      </a:r>
                    </a:p>
                  </a:txBody>
                  <a:tcPr marL="55876" marR="55876" marT="27938" marB="27938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1179874">
                <a:tc>
                  <a:txBody>
                    <a:bodyPr/>
                    <a:lstStyle/>
                    <a:p>
                      <a:r>
                        <a:rPr lang="en-US" sz="1100" b="1"/>
                        <a:t>Random Forest + SMOTE (Before Tuning)</a:t>
                      </a:r>
                      <a:endParaRPr lang="en-US" sz="1100"/>
                    </a:p>
                  </a:txBody>
                  <a:tcPr marL="55876" marR="55876" marT="27938" marB="27938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sz="1100"/>
                        <a:t>0.58</a:t>
                      </a:r>
                    </a:p>
                  </a:txBody>
                  <a:tcPr marL="55876" marR="55876" marT="27938" marB="27938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sz="1100" b="1"/>
                        <a:t>0.73</a:t>
                      </a:r>
                      <a:endParaRPr lang="en-US" sz="1100"/>
                    </a:p>
                  </a:txBody>
                  <a:tcPr marL="55876" marR="55876" marT="27938" marB="27938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sz="1100"/>
                        <a:t>0.65</a:t>
                      </a:r>
                    </a:p>
                  </a:txBody>
                  <a:tcPr marL="55876" marR="55876" marT="27938" marB="27938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sz="1100"/>
                        <a:t>0.90</a:t>
                      </a:r>
                    </a:p>
                  </a:txBody>
                  <a:tcPr marL="55876" marR="55876" marT="27938" marB="27938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sz="1100" dirty="0"/>
                        <a:t>0.73</a:t>
                      </a:r>
                    </a:p>
                  </a:txBody>
                  <a:tcPr marL="55876" marR="55876" marT="27938" marB="27938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57111574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b="1" dirty="0" smtClean="0"/>
              <a:t>Best </a:t>
            </a:r>
            <a:r>
              <a:rPr lang="en-US" b="1" dirty="0"/>
              <a:t>Recall (Before Tuning) → Random Forest + SMOTE</a:t>
            </a:r>
            <a:r>
              <a:rPr lang="en-US" dirty="0"/>
              <a:t/>
            </a:r>
            <a:br>
              <a:rPr lang="en-US" dirty="0"/>
            </a:br>
            <a:r>
              <a:rPr lang="en-US" dirty="0"/>
              <a:t>Highest ability to catch fraud (primary project objective).</a:t>
            </a:r>
          </a:p>
          <a:p>
            <a:r>
              <a:rPr lang="en-US" b="1" dirty="0"/>
              <a:t>Best Precision / PR-AUC (</a:t>
            </a:r>
            <a:r>
              <a:rPr lang="en-US" b="1" dirty="0" err="1"/>
              <a:t>Untuned</a:t>
            </a:r>
            <a:r>
              <a:rPr lang="en-US" b="1" dirty="0"/>
              <a:t>) → Random Forest (Class Weight)</a:t>
            </a:r>
            <a:r>
              <a:rPr lang="en-US" dirty="0"/>
              <a:t/>
            </a:r>
            <a:br>
              <a:rPr lang="en-US" dirty="0"/>
            </a:br>
            <a:r>
              <a:rPr lang="en-US" dirty="0"/>
              <a:t>Strong discrimination, lowest false alarms.</a:t>
            </a:r>
          </a:p>
          <a:p>
            <a:endParaRPr lang="en-US" dirty="0">
              <a:solidFill>
                <a:schemeClr val="accent2">
                  <a:lumMod val="75000"/>
                </a:schemeClr>
              </a:solidFill>
            </a:endParaRPr>
          </a:p>
          <a:p>
            <a:endParaRPr lang="en-US" dirty="0"/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Key insights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666645804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/>
          <p:cNvSpPr>
            <a:spLocks noGrp="1"/>
          </p:cNvSpPr>
          <p:nvPr>
            <p:ph idx="1"/>
          </p:nvPr>
        </p:nvSpPr>
        <p:spPr>
          <a:xfrm>
            <a:off x="457200" y="1219200"/>
            <a:ext cx="8229600" cy="4788091"/>
          </a:xfrm>
        </p:spPr>
        <p:txBody>
          <a:bodyPr/>
          <a:lstStyle/>
          <a:p>
            <a:r>
              <a:rPr lang="en-US" dirty="0" smtClean="0"/>
              <a:t>The </a:t>
            </a:r>
            <a:r>
              <a:rPr lang="en-US" dirty="0"/>
              <a:t>top-performing model before tuning was Random </a:t>
            </a:r>
            <a:r>
              <a:rPr lang="en-US" dirty="0" smtClean="0"/>
              <a:t>Forest SMOTE</a:t>
            </a:r>
            <a:endParaRPr lang="en-US" dirty="0"/>
          </a:p>
          <a:p>
            <a:r>
              <a:rPr lang="en-US" dirty="0"/>
              <a:t>Tuning helps:</a:t>
            </a:r>
            <a:br>
              <a:rPr lang="en-US" dirty="0"/>
            </a:br>
            <a:r>
              <a:rPr lang="en-US" dirty="0"/>
              <a:t>✔ Reduce false positives</a:t>
            </a:r>
            <a:br>
              <a:rPr lang="en-US" dirty="0"/>
            </a:br>
            <a:r>
              <a:rPr lang="en-US" dirty="0"/>
              <a:t>✔ Improve stability</a:t>
            </a:r>
            <a:br>
              <a:rPr lang="en-US" dirty="0"/>
            </a:br>
            <a:r>
              <a:rPr lang="en-US" dirty="0"/>
              <a:t>✔ Boost precision &amp; PR-AUC</a:t>
            </a:r>
          </a:p>
          <a:p>
            <a:r>
              <a:rPr lang="en-US" b="1" dirty="0"/>
              <a:t>Outcome</a:t>
            </a:r>
            <a:endParaRPr lang="en-US" dirty="0"/>
          </a:p>
          <a:p>
            <a:pPr lvl="1"/>
            <a:r>
              <a:rPr lang="en-US" dirty="0"/>
              <a:t>Fewer false alarms</a:t>
            </a:r>
          </a:p>
          <a:p>
            <a:pPr lvl="1"/>
            <a:r>
              <a:rPr lang="en-US" dirty="0"/>
              <a:t>Higher precision</a:t>
            </a:r>
          </a:p>
          <a:p>
            <a:pPr lvl="1"/>
            <a:r>
              <a:rPr lang="en-US" dirty="0"/>
              <a:t>Stronger fraud detection performance</a:t>
            </a:r>
          </a:p>
          <a:p>
            <a:endParaRPr lang="en-US" dirty="0"/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792162"/>
          </a:xfrm>
        </p:spPr>
        <p:txBody>
          <a:bodyPr>
            <a:normAutofit/>
          </a:bodyPr>
          <a:lstStyle/>
          <a:p>
            <a:r>
              <a:rPr lang="en-US" sz="2800" dirty="0" err="1"/>
              <a:t>Hyperparameter</a:t>
            </a:r>
            <a:r>
              <a:rPr lang="en-US" sz="2800" dirty="0"/>
              <a:t> Tuning (</a:t>
            </a:r>
            <a:r>
              <a:rPr lang="en-US" sz="2800" dirty="0" err="1"/>
              <a:t>GridSearchCV</a:t>
            </a:r>
            <a:r>
              <a:rPr lang="en-US" sz="2800" dirty="0"/>
              <a:t>)</a:t>
            </a:r>
          </a:p>
        </p:txBody>
      </p:sp>
    </p:spTree>
    <p:extLst>
      <p:ext uri="{BB962C8B-B14F-4D97-AF65-F5344CB8AC3E}">
        <p14:creationId xmlns:p14="http://schemas.microsoft.com/office/powerpoint/2010/main" val="2619563938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 smtClean="0"/>
              <a:t>Precision </a:t>
            </a:r>
            <a:r>
              <a:rPr lang="en-US" dirty="0"/>
              <a:t>≈ </a:t>
            </a:r>
            <a:r>
              <a:rPr lang="en-US" b="1" dirty="0"/>
              <a:t>0.58</a:t>
            </a:r>
            <a:endParaRPr lang="en-US" dirty="0"/>
          </a:p>
          <a:p>
            <a:r>
              <a:rPr lang="en-US" dirty="0"/>
              <a:t>Recall ≈ </a:t>
            </a:r>
            <a:r>
              <a:rPr lang="en-US" b="1" dirty="0"/>
              <a:t>0.73</a:t>
            </a:r>
            <a:endParaRPr lang="en-US" dirty="0"/>
          </a:p>
          <a:p>
            <a:r>
              <a:rPr lang="en-US" dirty="0"/>
              <a:t>F1 ≈ </a:t>
            </a:r>
            <a:r>
              <a:rPr lang="en-US" b="1" dirty="0"/>
              <a:t>0.65</a:t>
            </a:r>
            <a:endParaRPr lang="en-US" dirty="0"/>
          </a:p>
          <a:p>
            <a:r>
              <a:rPr lang="en-US" dirty="0"/>
              <a:t>ROC-AUC ≈ </a:t>
            </a:r>
            <a:r>
              <a:rPr lang="en-US" b="1" dirty="0"/>
              <a:t>0.90</a:t>
            </a:r>
            <a:endParaRPr lang="en-US" dirty="0"/>
          </a:p>
          <a:p>
            <a:r>
              <a:rPr lang="en-US" dirty="0"/>
              <a:t>PR-AUC ≈ </a:t>
            </a:r>
            <a:r>
              <a:rPr lang="en-US" b="1" dirty="0"/>
              <a:t>0.73</a:t>
            </a:r>
            <a:endParaRPr lang="en-US" dirty="0"/>
          </a:p>
          <a:p>
            <a:endParaRPr lang="en-US" dirty="0"/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 smtClean="0"/>
              <a:t>Results before tuning RF SMOTE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606241232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Content Placeholder 3"/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231643863"/>
              </p:ext>
            </p:extLst>
          </p:nvPr>
        </p:nvGraphicFramePr>
        <p:xfrm>
          <a:off x="457200" y="1143000"/>
          <a:ext cx="8229600" cy="3505201"/>
        </p:xfrm>
        <a:graphic>
          <a:graphicData uri="http://schemas.openxmlformats.org/drawingml/2006/table">
            <a:tbl>
              <a:tblPr/>
              <a:tblGrid>
                <a:gridCol w="4114800"/>
                <a:gridCol w="4114800"/>
              </a:tblGrid>
              <a:tr h="500743">
                <a:tc>
                  <a:txBody>
                    <a:bodyPr/>
                    <a:lstStyle/>
                    <a:p>
                      <a:r>
                        <a:rPr lang="en-US" dirty="0"/>
                        <a:t>Metric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Score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500743">
                <a:tc>
                  <a:txBody>
                    <a:bodyPr/>
                    <a:lstStyle/>
                    <a:p>
                      <a:r>
                        <a:rPr lang="en-US" dirty="0"/>
                        <a:t>Accuracy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b="1" dirty="0" smtClean="0"/>
                        <a:t>0.910</a:t>
                      </a:r>
                      <a:endParaRPr lang="en-US" dirty="0"/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500743">
                <a:tc>
                  <a:txBody>
                    <a:bodyPr/>
                    <a:lstStyle/>
                    <a:p>
                      <a:r>
                        <a:rPr lang="en-US" dirty="0"/>
                        <a:t>Precision (Fraud)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b="1" dirty="0" smtClean="0"/>
                        <a:t>0.500</a:t>
                      </a:r>
                      <a:endParaRPr lang="en-US" dirty="0"/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500743">
                <a:tc>
                  <a:txBody>
                    <a:bodyPr/>
                    <a:lstStyle/>
                    <a:p>
                      <a:r>
                        <a:rPr lang="en-US" dirty="0"/>
                        <a:t>Recall (Fraud)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b="1" dirty="0" smtClean="0"/>
                        <a:t>0.670</a:t>
                      </a:r>
                      <a:endParaRPr lang="en-US" dirty="0"/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500743">
                <a:tc>
                  <a:txBody>
                    <a:bodyPr/>
                    <a:lstStyle/>
                    <a:p>
                      <a:r>
                        <a:rPr lang="en-US" dirty="0"/>
                        <a:t>F1-score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b="1" dirty="0" smtClean="0"/>
                        <a:t>0.580</a:t>
                      </a:r>
                      <a:endParaRPr lang="en-US" dirty="0"/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500743">
                <a:tc>
                  <a:txBody>
                    <a:bodyPr/>
                    <a:lstStyle/>
                    <a:p>
                      <a:r>
                        <a:rPr lang="en-US" dirty="0"/>
                        <a:t>ROC-AUC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b="1" dirty="0" smtClean="0"/>
                        <a:t>0.922</a:t>
                      </a:r>
                      <a:endParaRPr lang="en-US" b="1" dirty="0"/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500743">
                <a:tc>
                  <a:txBody>
                    <a:bodyPr/>
                    <a:lstStyle/>
                    <a:p>
                      <a:r>
                        <a:rPr lang="en-US" dirty="0"/>
                        <a:t>PR-AUC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b="1" dirty="0" smtClean="0"/>
                        <a:t>0.627</a:t>
                      </a:r>
                      <a:endParaRPr lang="en-US" b="1" dirty="0"/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</a:tbl>
          </a:graphicData>
        </a:graphic>
      </p:graphicFrame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868362"/>
          </a:xfrm>
        </p:spPr>
        <p:txBody>
          <a:bodyPr>
            <a:normAutofit/>
          </a:bodyPr>
          <a:lstStyle/>
          <a:p>
            <a:r>
              <a:rPr lang="en-US" dirty="0" smtClean="0"/>
              <a:t>Final Results</a:t>
            </a:r>
            <a:endParaRPr lang="en-US" dirty="0"/>
          </a:p>
        </p:txBody>
      </p:sp>
      <p:sp>
        <p:nvSpPr>
          <p:cNvPr id="5" name="TextBox 4"/>
          <p:cNvSpPr txBox="1"/>
          <p:nvPr/>
        </p:nvSpPr>
        <p:spPr>
          <a:xfrm>
            <a:off x="304800" y="4552174"/>
            <a:ext cx="8001000" cy="230832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/>
              <a:t>Interpretation:</a:t>
            </a:r>
          </a:p>
          <a:p>
            <a:pPr marL="285750" indent="-285750">
              <a:buFont typeface="Arial" pitchFamily="34" charset="0"/>
              <a:buChar char="•"/>
            </a:pPr>
            <a:r>
              <a:rPr lang="en-US" dirty="0"/>
              <a:t>Higher Recall → detects more fraudulent </a:t>
            </a:r>
            <a:r>
              <a:rPr lang="en-US" dirty="0" smtClean="0"/>
              <a:t>providers</a:t>
            </a:r>
          </a:p>
          <a:p>
            <a:pPr marL="285750" indent="-285750">
              <a:buFont typeface="Arial" pitchFamily="34" charset="0"/>
              <a:buChar char="•"/>
            </a:pPr>
            <a:r>
              <a:rPr lang="en-US" dirty="0" smtClean="0"/>
              <a:t>Moderate </a:t>
            </a:r>
            <a:r>
              <a:rPr lang="en-US" dirty="0"/>
              <a:t>Precision → acceptable for fraud </a:t>
            </a:r>
            <a:r>
              <a:rPr lang="en-US" dirty="0" smtClean="0"/>
              <a:t>investigations</a:t>
            </a:r>
          </a:p>
          <a:p>
            <a:pPr marL="285750" indent="-285750">
              <a:buFont typeface="Arial" pitchFamily="34" charset="0"/>
              <a:buChar char="•"/>
            </a:pPr>
            <a:r>
              <a:rPr lang="en-US" dirty="0" smtClean="0"/>
              <a:t>High </a:t>
            </a:r>
            <a:r>
              <a:rPr lang="en-US" dirty="0"/>
              <a:t>ROC-AUC (0.922) → strong separation between fraud and </a:t>
            </a:r>
            <a:r>
              <a:rPr lang="en-US" dirty="0" smtClean="0"/>
              <a:t>non-fraud</a:t>
            </a:r>
          </a:p>
          <a:p>
            <a:pPr marL="285750" indent="-285750">
              <a:buFont typeface="Arial" pitchFamily="34" charset="0"/>
              <a:buChar char="•"/>
            </a:pPr>
            <a:r>
              <a:rPr lang="en-US" dirty="0" smtClean="0"/>
              <a:t>PR-AUC </a:t>
            </a:r>
            <a:r>
              <a:rPr lang="en-US" dirty="0"/>
              <a:t>= 0.627 → strong performance for rare-event (9%) fraud detection</a:t>
            </a:r>
            <a:br>
              <a:rPr lang="en-US" dirty="0"/>
            </a:b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6373735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3400">
        <p14:reveal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/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/>
          <p:cNvSpPr>
            <a:spLocks noGrp="1"/>
          </p:cNvSpPr>
          <p:nvPr>
            <p:ph idx="1"/>
          </p:nvPr>
        </p:nvSpPr>
        <p:spPr>
          <a:xfrm>
            <a:off x="457200" y="1481328"/>
            <a:ext cx="8229600" cy="4690872"/>
          </a:xfrm>
        </p:spPr>
        <p:txBody>
          <a:bodyPr>
            <a:normAutofit fontScale="92500"/>
          </a:bodyPr>
          <a:lstStyle/>
          <a:p>
            <a:r>
              <a:rPr lang="en-US" dirty="0"/>
              <a:t>Selected Best Model:</a:t>
            </a:r>
            <a:br>
              <a:rPr lang="en-US" dirty="0"/>
            </a:br>
            <a:r>
              <a:rPr lang="en-US" dirty="0"/>
              <a:t>➡ </a:t>
            </a:r>
            <a:r>
              <a:rPr lang="en-US" b="1" dirty="0" err="1"/>
              <a:t>RF_tuned</a:t>
            </a:r>
            <a:r>
              <a:rPr lang="en-US" dirty="0"/>
              <a:t> (Random Forest with optimized </a:t>
            </a:r>
            <a:r>
              <a:rPr lang="en-US" dirty="0" err="1"/>
              <a:t>hyperparameters</a:t>
            </a:r>
            <a:r>
              <a:rPr lang="en-US" dirty="0"/>
              <a:t>)</a:t>
            </a:r>
          </a:p>
          <a:p>
            <a:r>
              <a:rPr lang="en-US" dirty="0"/>
              <a:t>Why</a:t>
            </a:r>
            <a:r>
              <a:rPr lang="en-US" b="1" dirty="0"/>
              <a:t> </a:t>
            </a:r>
            <a:r>
              <a:rPr lang="en-US" dirty="0" err="1"/>
              <a:t>RF_tuned</a:t>
            </a:r>
            <a:r>
              <a:rPr lang="en-US" b="1" dirty="0"/>
              <a:t> was chosen:</a:t>
            </a:r>
            <a:endParaRPr lang="en-US" dirty="0"/>
          </a:p>
          <a:p>
            <a:r>
              <a:rPr lang="en-US" b="1" dirty="0"/>
              <a:t>Best Precision</a:t>
            </a:r>
            <a:r>
              <a:rPr lang="en-US" dirty="0"/>
              <a:t> → reduces unnecessary audits</a:t>
            </a:r>
          </a:p>
          <a:p>
            <a:r>
              <a:rPr lang="en-US" b="1" dirty="0"/>
              <a:t>High Recall</a:t>
            </a:r>
            <a:r>
              <a:rPr lang="en-US" dirty="0"/>
              <a:t> → catches most fraudulent providers</a:t>
            </a:r>
          </a:p>
          <a:p>
            <a:r>
              <a:rPr lang="en-US" b="1" dirty="0"/>
              <a:t>Strongest PR-AUC</a:t>
            </a:r>
            <a:r>
              <a:rPr lang="en-US" dirty="0"/>
              <a:t> → best for imbalanced datasets</a:t>
            </a:r>
          </a:p>
          <a:p>
            <a:r>
              <a:rPr lang="en-US" b="1" dirty="0"/>
              <a:t>Robust ROC-AUC</a:t>
            </a:r>
            <a:endParaRPr lang="en-US" dirty="0"/>
          </a:p>
          <a:p>
            <a:r>
              <a:rPr lang="en-US" b="1" dirty="0"/>
              <a:t>Significantly fewer False Positives</a:t>
            </a:r>
            <a:r>
              <a:rPr lang="en-US" dirty="0"/>
              <a:t> after tuning</a:t>
            </a:r>
          </a:p>
          <a:p>
            <a:r>
              <a:rPr lang="en-US" dirty="0"/>
              <a:t>Model saved as: </a:t>
            </a:r>
            <a:r>
              <a:rPr lang="en-US" b="1" dirty="0" err="1"/>
              <a:t>best_model.pkl</a:t>
            </a:r>
            <a:endParaRPr lang="en-US" dirty="0"/>
          </a:p>
          <a:p>
            <a:endParaRPr lang="en-US" dirty="0"/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Final Best Model: </a:t>
            </a:r>
            <a:r>
              <a:rPr lang="en-US" dirty="0" err="1"/>
              <a:t>RF_tuned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80101577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7200" y="1219200"/>
            <a:ext cx="8229600" cy="4525963"/>
          </a:xfrm>
        </p:spPr>
        <p:txBody>
          <a:bodyPr>
            <a:normAutofit lnSpcReduction="10000"/>
          </a:bodyPr>
          <a:lstStyle/>
          <a:p>
            <a:r>
              <a:rPr lang="en-US" dirty="0" smtClean="0"/>
              <a:t>A confusion matrix shows how many predictions our model got right and wrong, split into four categories:</a:t>
            </a:r>
          </a:p>
          <a:p>
            <a:r>
              <a:rPr lang="en-US" b="1" dirty="0" smtClean="0"/>
              <a:t>True Positives (TP):</a:t>
            </a:r>
            <a:r>
              <a:rPr lang="en-US" dirty="0" smtClean="0"/>
              <a:t> Fraud cases the model correctly detected</a:t>
            </a:r>
          </a:p>
          <a:p>
            <a:r>
              <a:rPr lang="en-US" b="1" dirty="0" smtClean="0"/>
              <a:t>False Positives (FP):</a:t>
            </a:r>
            <a:r>
              <a:rPr lang="en-US" dirty="0" smtClean="0"/>
              <a:t> Legitimate providers incorrectly flagged as fraud</a:t>
            </a:r>
          </a:p>
          <a:p>
            <a:r>
              <a:rPr lang="en-US" b="1" dirty="0" smtClean="0"/>
              <a:t>False Negatives (FN):</a:t>
            </a:r>
            <a:r>
              <a:rPr lang="en-US" dirty="0" smtClean="0"/>
              <a:t> Fraud cases the model missed</a:t>
            </a:r>
          </a:p>
          <a:p>
            <a:r>
              <a:rPr lang="en-US" b="1" dirty="0" smtClean="0"/>
              <a:t>True Negatives (TN):</a:t>
            </a:r>
            <a:r>
              <a:rPr lang="en-US" dirty="0" smtClean="0"/>
              <a:t> Legit providers correctly identified</a:t>
            </a:r>
          </a:p>
          <a:p>
            <a:endParaRPr lang="en-US" dirty="0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457200"/>
            <a:ext cx="8229600" cy="868362"/>
          </a:xfrm>
        </p:spPr>
        <p:txBody>
          <a:bodyPr>
            <a:normAutofit fontScale="90000"/>
          </a:bodyPr>
          <a:lstStyle/>
          <a:p>
            <a:r>
              <a:rPr lang="en-US" b="1" dirty="0" smtClean="0"/>
              <a:t>Confusion Matrix</a:t>
            </a:r>
            <a:br>
              <a:rPr lang="en-US" b="1" dirty="0" smtClean="0"/>
            </a:b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196858691"/>
      </p:ext>
    </p:extLst>
  </p:cSld>
  <p:clrMapOvr>
    <a:masterClrMapping/>
  </p:clrMapOvr>
  <p:transition spd="slow">
    <p:pull/>
  </p:transition>
  <p:timing>
    <p:tnLst>
      <p:par>
        <p:cTn id="1" dur="indefinite" restart="never" nodeType="tmRoot"/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buNone/>
            </a:pPr>
            <a:r>
              <a:rPr lang="en-US" dirty="0"/>
              <a:t>The confusion matrix helps us understand </a:t>
            </a:r>
            <a:r>
              <a:rPr lang="en-US" i="1" dirty="0"/>
              <a:t>exactly</a:t>
            </a:r>
            <a:r>
              <a:rPr lang="en-US" dirty="0"/>
              <a:t> </a:t>
            </a:r>
            <a:r>
              <a:rPr lang="en-US" dirty="0" smtClean="0"/>
              <a:t> where </a:t>
            </a:r>
            <a:r>
              <a:rPr lang="en-US" dirty="0"/>
              <a:t>the model makes mistakes</a:t>
            </a:r>
            <a:r>
              <a:rPr lang="en-US" dirty="0" smtClean="0"/>
              <a:t>.</a:t>
            </a:r>
            <a:endParaRPr lang="en-US" b="1" dirty="0" smtClean="0"/>
          </a:p>
          <a:p>
            <a:pPr marL="0" indent="0">
              <a:buNone/>
            </a:pPr>
            <a:endParaRPr lang="en-US" b="1" dirty="0" smtClean="0"/>
          </a:p>
          <a:p>
            <a:pPr marL="0" indent="0">
              <a:buNone/>
            </a:pPr>
            <a:r>
              <a:rPr lang="en-US" b="1" dirty="0" smtClean="0"/>
              <a:t>Results:</a:t>
            </a:r>
            <a:endParaRPr lang="en-US" dirty="0" smtClean="0"/>
          </a:p>
          <a:p>
            <a:r>
              <a:rPr lang="en-US" dirty="0" smtClean="0"/>
              <a:t>True Positives: </a:t>
            </a:r>
            <a:r>
              <a:rPr lang="en-US" b="1" dirty="0" smtClean="0"/>
              <a:t>68</a:t>
            </a:r>
            <a:endParaRPr lang="en-US" dirty="0" smtClean="0"/>
          </a:p>
          <a:p>
            <a:r>
              <a:rPr lang="en-US" dirty="0" smtClean="0"/>
              <a:t>False Negatives: </a:t>
            </a:r>
            <a:r>
              <a:rPr lang="en-US" b="1" dirty="0" smtClean="0"/>
              <a:t>33</a:t>
            </a:r>
            <a:endParaRPr lang="en-US" dirty="0" smtClean="0"/>
          </a:p>
          <a:p>
            <a:r>
              <a:rPr lang="en-US" dirty="0" smtClean="0"/>
              <a:t>False Positives: </a:t>
            </a:r>
            <a:r>
              <a:rPr lang="en-US" b="1" dirty="0" smtClean="0"/>
              <a:t>67</a:t>
            </a:r>
            <a:endParaRPr lang="en-US" dirty="0" smtClean="0"/>
          </a:p>
          <a:p>
            <a:r>
              <a:rPr lang="en-US" dirty="0" smtClean="0"/>
              <a:t>True Negatives: </a:t>
            </a:r>
            <a:r>
              <a:rPr lang="en-US" b="1" dirty="0" smtClean="0"/>
              <a:t>912</a:t>
            </a:r>
            <a:endParaRPr lang="en-US" dirty="0" smtClean="0"/>
          </a:p>
          <a:p>
            <a:pPr marL="109728" indent="0">
              <a:buNone/>
            </a:pPr>
            <a:endParaRPr lang="en-US" dirty="0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algn="l"/>
            <a:r>
              <a:rPr lang="en-US" dirty="0" smtClean="0"/>
              <a:t>Confusion Matrix Results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08480932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/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52" name="Picture 4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828800" y="32657"/>
            <a:ext cx="5676900" cy="44196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  <p:pic>
        <p:nvPicPr>
          <p:cNvPr id="2053" name="Picture 5"/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590800" y="4397601"/>
            <a:ext cx="4473575" cy="19589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</p:spTree>
    <p:extLst>
      <p:ext uri="{BB962C8B-B14F-4D97-AF65-F5344CB8AC3E}">
        <p14:creationId xmlns:p14="http://schemas.microsoft.com/office/powerpoint/2010/main" val="660574569"/>
      </p:ext>
    </p:extLst>
  </p:cSld>
  <p:clrMapOvr>
    <a:masterClrMapping/>
  </p:clrMapOvr>
  <p:transition spd="slow">
    <p:push dir="u"/>
  </p:transition>
  <p:timing>
    <p:tnLst>
      <p:par>
        <p:cTn id="1" dur="indefinite" restart="never" nodeType="tmRoot"/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buNone/>
            </a:pPr>
            <a:r>
              <a:rPr lang="en-US" b="1" dirty="0" smtClean="0"/>
              <a:t>False Positives (Legit flagged as fraud</a:t>
            </a:r>
            <a:r>
              <a:rPr lang="en-US" b="1" dirty="0" smtClean="0"/>
              <a:t>): (67)</a:t>
            </a:r>
            <a:endParaRPr lang="en-US" dirty="0" smtClean="0"/>
          </a:p>
          <a:p>
            <a:r>
              <a:rPr lang="en-US" dirty="0" smtClean="0"/>
              <a:t>High billing volume</a:t>
            </a:r>
          </a:p>
          <a:p>
            <a:r>
              <a:rPr lang="en-US" dirty="0" smtClean="0"/>
              <a:t>Aggressive reimbursement patterns</a:t>
            </a:r>
          </a:p>
          <a:p>
            <a:r>
              <a:rPr lang="en-US" dirty="0" smtClean="0"/>
              <a:t>Similar to known fraud behavior</a:t>
            </a:r>
          </a:p>
          <a:p>
            <a:pPr marL="0" indent="0">
              <a:buNone/>
            </a:pPr>
            <a:r>
              <a:rPr lang="en-US" b="1" dirty="0" smtClean="0"/>
              <a:t>False Negatives (Fraud </a:t>
            </a:r>
            <a:r>
              <a:rPr lang="en-US" b="1" smtClean="0"/>
              <a:t>missed</a:t>
            </a:r>
            <a:r>
              <a:rPr lang="en-US" b="1" smtClean="0"/>
              <a:t>): (33)</a:t>
            </a:r>
            <a:endParaRPr lang="en-US" dirty="0" smtClean="0"/>
          </a:p>
          <a:p>
            <a:r>
              <a:rPr lang="en-US" dirty="0" smtClean="0"/>
              <a:t>Low activity providers</a:t>
            </a:r>
          </a:p>
          <a:p>
            <a:r>
              <a:rPr lang="en-US" dirty="0" smtClean="0"/>
              <a:t>Subtle fraud signals</a:t>
            </a:r>
          </a:p>
          <a:p>
            <a:r>
              <a:rPr lang="en-US" dirty="0" smtClean="0"/>
              <a:t>Hard to detect without anomaly-based methods</a:t>
            </a:r>
            <a:endParaRPr lang="en-US" dirty="0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/>
            <a:r>
              <a:rPr lang="en-US" dirty="0" smtClean="0"/>
              <a:t>Error Analysis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219257533"/>
      </p:ext>
    </p:extLst>
  </p:cSld>
  <p:clrMapOvr>
    <a:masterClrMapping/>
  </p:clrMapOvr>
  <p:transition spd="slow">
    <p:wheel spokes="1"/>
  </p:transition>
  <p:timing>
    <p:tnLst>
      <p:par>
        <p:cTn id="1" dur="indefinite" restart="never" nodeType="tmRoot"/>
      </p:par>
    </p:tn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Plots True Positive Rate (Recall) </a:t>
            </a:r>
            <a:r>
              <a:rPr lang="en-US" dirty="0" err="1"/>
              <a:t>vs</a:t>
            </a:r>
            <a:r>
              <a:rPr lang="en-US" dirty="0"/>
              <a:t> False Positive </a:t>
            </a:r>
            <a:r>
              <a:rPr lang="en-US" dirty="0" smtClean="0"/>
              <a:t>Rate</a:t>
            </a:r>
            <a:endParaRPr lang="en-US" dirty="0"/>
          </a:p>
          <a:p>
            <a:r>
              <a:rPr lang="en-US" dirty="0" smtClean="0"/>
              <a:t>Used </a:t>
            </a:r>
            <a:r>
              <a:rPr lang="en-US" dirty="0"/>
              <a:t>to evaluate how well the model separates fraud from non-fraud</a:t>
            </a:r>
            <a:r>
              <a:rPr lang="en-US" dirty="0" smtClean="0"/>
              <a:t>.</a:t>
            </a:r>
            <a:endParaRPr lang="en-US" dirty="0"/>
          </a:p>
          <a:p>
            <a:r>
              <a:rPr lang="en-US" dirty="0" smtClean="0"/>
              <a:t>ROC-AUC </a:t>
            </a:r>
            <a:r>
              <a:rPr lang="en-US" dirty="0"/>
              <a:t>= </a:t>
            </a:r>
            <a:r>
              <a:rPr lang="en-US" b="1" dirty="0" smtClean="0"/>
              <a:t>0.922</a:t>
            </a:r>
            <a:r>
              <a:rPr lang="en-US" dirty="0" smtClean="0"/>
              <a:t> </a:t>
            </a:r>
            <a:r>
              <a:rPr lang="en-US" dirty="0"/>
              <a:t>(excellent)</a:t>
            </a:r>
          </a:p>
          <a:p>
            <a:pPr marL="109728" indent="0">
              <a:buNone/>
            </a:pPr>
            <a:endParaRPr lang="en-US" dirty="0"/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ROC Curve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673028571"/>
      </p:ext>
    </p:extLst>
  </p:cSld>
  <p:clrMapOvr>
    <a:masterClrMapping/>
  </p:clrMapOvr>
  <p:transition spd="slow">
    <p:pull/>
  </p:transition>
  <p:timing>
    <p:tnLst>
      <p:par>
        <p:cTn id="1" dur="indefinite" restart="never" nodeType="tmRoot"/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dirty="0" smtClean="0"/>
              <a:t>Focuses </a:t>
            </a:r>
            <a:r>
              <a:rPr lang="en-US" dirty="0"/>
              <a:t>on minority class</a:t>
            </a:r>
          </a:p>
          <a:p>
            <a:r>
              <a:rPr lang="en-US" dirty="0"/>
              <a:t>Important for imbalanced datasets</a:t>
            </a:r>
          </a:p>
          <a:p>
            <a:r>
              <a:rPr lang="en-US" dirty="0"/>
              <a:t>PR-AUC = </a:t>
            </a:r>
            <a:r>
              <a:rPr lang="en-US" b="1" dirty="0" smtClean="0"/>
              <a:t>0.627</a:t>
            </a:r>
            <a:endParaRPr lang="en-US" dirty="0"/>
          </a:p>
          <a:p>
            <a:r>
              <a:rPr lang="en-US" dirty="0"/>
              <a:t>Measures Precision </a:t>
            </a:r>
            <a:r>
              <a:rPr lang="en-US" dirty="0" err="1"/>
              <a:t>vs</a:t>
            </a:r>
            <a:r>
              <a:rPr lang="en-US" dirty="0"/>
              <a:t> </a:t>
            </a:r>
            <a:r>
              <a:rPr lang="en-US" dirty="0" smtClean="0"/>
              <a:t>Recall</a:t>
            </a:r>
          </a:p>
          <a:p>
            <a:pPr marL="109728" indent="0">
              <a:buNone/>
            </a:pPr>
            <a:endParaRPr lang="en-US" dirty="0"/>
          </a:p>
          <a:p>
            <a:endParaRPr lang="en-US" dirty="0"/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Precision–Recall (PR) Curve </a:t>
            </a:r>
          </a:p>
        </p:txBody>
      </p:sp>
    </p:spTree>
    <p:extLst>
      <p:ext uri="{BB962C8B-B14F-4D97-AF65-F5344CB8AC3E}">
        <p14:creationId xmlns:p14="http://schemas.microsoft.com/office/powerpoint/2010/main" val="4068916459"/>
      </p:ext>
    </p:extLst>
  </p:cSld>
  <p:clrMapOvr>
    <a:masterClrMapping/>
  </p:clrMapOvr>
  <p:transition spd="slow">
    <p:wipe/>
  </p:transition>
  <p:timing>
    <p:tnLst>
      <p:par>
        <p:cTn id="1" dur="indefinite" restart="never" nodeType="tmRoot"/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ROC &amp; PR Curves Results</a:t>
            </a:r>
          </a:p>
        </p:txBody>
      </p:sp>
      <p:sp>
        <p:nvSpPr>
          <p:cNvPr id="5" name="Content Placeholder 4"/>
          <p:cNvSpPr>
            <a:spLocks noGrp="1"/>
          </p:cNvSpPr>
          <p:nvPr>
            <p:ph sz="quarter" idx="2"/>
          </p:nvPr>
        </p:nvSpPr>
        <p:spPr/>
        <p:txBody>
          <a:bodyPr/>
          <a:lstStyle/>
          <a:p>
            <a:pPr marL="109728" indent="0">
              <a:buNone/>
            </a:pPr>
            <a:r>
              <a:rPr lang="en-US" b="1" dirty="0"/>
              <a:t>ROC-AUC = </a:t>
            </a:r>
            <a:r>
              <a:rPr lang="en-US" b="1" dirty="0" smtClean="0"/>
              <a:t>0.922</a:t>
            </a:r>
            <a:endParaRPr lang="en-US" b="1" dirty="0"/>
          </a:p>
          <a:p>
            <a:r>
              <a:rPr lang="en-US" dirty="0" smtClean="0"/>
              <a:t>Excellent </a:t>
            </a:r>
            <a:r>
              <a:rPr lang="en-US" dirty="0"/>
              <a:t>class </a:t>
            </a:r>
            <a:r>
              <a:rPr lang="en-US" dirty="0" smtClean="0"/>
              <a:t>separation</a:t>
            </a:r>
            <a:endParaRPr lang="en-US" dirty="0"/>
          </a:p>
          <a:p>
            <a:endParaRPr lang="en-US" dirty="0"/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1444295"/>
            <a:ext cx="4041775" cy="1375106"/>
          </a:xfrm>
        </p:spPr>
        <p:txBody>
          <a:bodyPr/>
          <a:lstStyle/>
          <a:p>
            <a:pPr marL="109728" indent="0">
              <a:buNone/>
            </a:pPr>
            <a:r>
              <a:rPr lang="en-US" b="1" dirty="0"/>
              <a:t>PR-AUC = </a:t>
            </a:r>
            <a:r>
              <a:rPr lang="en-US" b="1" dirty="0" smtClean="0"/>
              <a:t>0.637</a:t>
            </a:r>
          </a:p>
          <a:p>
            <a:pPr marL="109728" indent="0">
              <a:buNone/>
            </a:pPr>
            <a:r>
              <a:rPr lang="en-US" dirty="0" smtClean="0"/>
              <a:t>Shows </a:t>
            </a:r>
            <a:r>
              <a:rPr lang="en-US" dirty="0"/>
              <a:t>model handles rare fraud cases well</a:t>
            </a:r>
          </a:p>
          <a:p>
            <a:pPr marL="109728" indent="0">
              <a:buNone/>
            </a:pPr>
            <a:endParaRPr lang="en-US" dirty="0"/>
          </a:p>
        </p:txBody>
      </p:sp>
      <p:pic>
        <p:nvPicPr>
          <p:cNvPr id="3076" name="Picture 4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04800" y="2725573"/>
            <a:ext cx="4343400" cy="315283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  <p:pic>
        <p:nvPicPr>
          <p:cNvPr id="3077" name="Picture 5"/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595787" y="2736459"/>
            <a:ext cx="4215498" cy="3063403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</p:spTree>
    <p:extLst>
      <p:ext uri="{BB962C8B-B14F-4D97-AF65-F5344CB8AC3E}">
        <p14:creationId xmlns:p14="http://schemas.microsoft.com/office/powerpoint/2010/main" val="174531810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1500">
        <p:split orient="vert"/>
      </p:transition>
    </mc:Choice>
    <mc:Fallback xmlns="">
      <p:transition spd="slow">
        <p:split orient="vert"/>
      </p:transition>
    </mc:Fallback>
  </mc:AlternateContent>
  <p:timing>
    <p:tnLst>
      <p:par>
        <p:cTn id="1" dur="indefinite" restart="never" nodeType="tmRoot"/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Model detects majority of fraud cases </a:t>
            </a:r>
          </a:p>
          <a:p>
            <a:r>
              <a:rPr lang="en-US" dirty="0"/>
              <a:t>ROC-AUC = </a:t>
            </a:r>
            <a:r>
              <a:rPr lang="en-US" b="1" dirty="0" smtClean="0"/>
              <a:t>0.922</a:t>
            </a:r>
            <a:r>
              <a:rPr lang="en-US" dirty="0" smtClean="0"/>
              <a:t> </a:t>
            </a:r>
            <a:r>
              <a:rPr lang="en-US" dirty="0"/>
              <a:t>→ high </a:t>
            </a:r>
            <a:r>
              <a:rPr lang="en-US" dirty="0" smtClean="0"/>
              <a:t>discrimination</a:t>
            </a:r>
          </a:p>
          <a:p>
            <a:r>
              <a:rPr lang="es-ES" dirty="0" err="1" smtClean="0"/>
              <a:t>Model</a:t>
            </a:r>
            <a:r>
              <a:rPr lang="es-ES" dirty="0" smtClean="0"/>
              <a:t> </a:t>
            </a:r>
            <a:r>
              <a:rPr lang="es-ES" dirty="0" err="1"/>
              <a:t>Recall</a:t>
            </a:r>
            <a:r>
              <a:rPr lang="es-ES" dirty="0"/>
              <a:t> = </a:t>
            </a:r>
            <a:r>
              <a:rPr lang="es-ES" b="1" dirty="0" smtClean="0"/>
              <a:t>0.673</a:t>
            </a:r>
            <a:endParaRPr lang="es-ES" dirty="0"/>
          </a:p>
          <a:p>
            <a:r>
              <a:rPr lang="es-ES" dirty="0" smtClean="0"/>
              <a:t>PR-AUC </a:t>
            </a:r>
            <a:r>
              <a:rPr lang="es-ES" dirty="0"/>
              <a:t>= </a:t>
            </a:r>
            <a:r>
              <a:rPr lang="es-ES" b="1" dirty="0" smtClean="0"/>
              <a:t>0.627</a:t>
            </a:r>
            <a:endParaRPr lang="en-US" dirty="0"/>
          </a:p>
          <a:p>
            <a:r>
              <a:rPr lang="en-US" dirty="0"/>
              <a:t>Helps CMS save time and money</a:t>
            </a:r>
          </a:p>
          <a:p>
            <a:r>
              <a:rPr lang="en-US" dirty="0"/>
              <a:t>Reduces manual audits</a:t>
            </a:r>
          </a:p>
          <a:p>
            <a:r>
              <a:rPr lang="en-US" dirty="0" smtClean="0"/>
              <a:t>Lowers dependency on manual rule-based detection</a:t>
            </a:r>
          </a:p>
          <a:p>
            <a:r>
              <a:rPr lang="en-US" dirty="0" smtClean="0"/>
              <a:t>Supports scalable fraud monitoring</a:t>
            </a:r>
            <a:endParaRPr lang="en-US" dirty="0"/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Conclusion &amp; Business Impact</a:t>
            </a:r>
          </a:p>
        </p:txBody>
      </p:sp>
    </p:spTree>
    <p:extLst>
      <p:ext uri="{BB962C8B-B14F-4D97-AF65-F5344CB8AC3E}">
        <p14:creationId xmlns:p14="http://schemas.microsoft.com/office/powerpoint/2010/main" val="3003081614"/>
      </p:ext>
    </p:extLst>
  </p:cSld>
  <p:clrMapOvr>
    <a:masterClrMapping/>
  </p:clrMapOvr>
  <p:transition spd="slow">
    <p:push dir="u"/>
  </p:transition>
  <p:timing>
    <p:tnLst>
      <p:par>
        <p:cTn id="1" dur="indefinite" restart="never" nodeType="tmRoot"/>
      </p:par>
    </p:tn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1">
              <a:buFont typeface="Wingdings" pitchFamily="2" charset="2"/>
              <a:buChar char="Ø"/>
            </a:pPr>
            <a:r>
              <a:rPr lang="en-US" sz="2700" dirty="0" smtClean="0"/>
              <a:t>Specialty-based models</a:t>
            </a:r>
          </a:p>
          <a:p>
            <a:pPr lvl="1">
              <a:buFont typeface="Wingdings" pitchFamily="2" charset="2"/>
              <a:buChar char="Ø"/>
            </a:pPr>
            <a:r>
              <a:rPr lang="en-US" sz="2700" dirty="0" smtClean="0"/>
              <a:t>Incorporate time-series billing patterns</a:t>
            </a:r>
            <a:endParaRPr lang="en-US" sz="2700" dirty="0"/>
          </a:p>
          <a:p>
            <a:pPr lvl="1">
              <a:buFont typeface="Wingdings" pitchFamily="2" charset="2"/>
              <a:buChar char="Ø"/>
            </a:pPr>
            <a:r>
              <a:rPr lang="en-US" sz="2700" dirty="0"/>
              <a:t>Anomaly </a:t>
            </a:r>
            <a:r>
              <a:rPr lang="en-US" sz="2700" dirty="0" smtClean="0"/>
              <a:t>detection models</a:t>
            </a:r>
            <a:endParaRPr lang="en-US" sz="2700" dirty="0"/>
          </a:p>
          <a:p>
            <a:pPr lvl="1">
              <a:buFont typeface="Wingdings" pitchFamily="2" charset="2"/>
              <a:buChar char="Ø"/>
            </a:pPr>
            <a:r>
              <a:rPr lang="en-US" sz="2700" dirty="0" smtClean="0"/>
              <a:t>Deploy model as a real-time </a:t>
            </a:r>
            <a:r>
              <a:rPr lang="en-US" sz="2700" dirty="0"/>
              <a:t>fraud scoring API</a:t>
            </a:r>
          </a:p>
          <a:p>
            <a:pPr>
              <a:buFont typeface="Wingdings" pitchFamily="2" charset="2"/>
              <a:buChar char="§"/>
            </a:pPr>
            <a:endParaRPr lang="en-US" dirty="0"/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Future work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716514047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/>
          <p:cNvSpPr>
            <a:spLocks noGrp="1"/>
          </p:cNvSpPr>
          <p:nvPr>
            <p:ph type="title"/>
          </p:nvPr>
        </p:nvSpPr>
        <p:spPr>
          <a:xfrm>
            <a:off x="457200" y="2438400"/>
            <a:ext cx="8229600" cy="1143000"/>
          </a:xfrm>
        </p:spPr>
        <p:txBody>
          <a:bodyPr>
            <a:noAutofit/>
          </a:bodyPr>
          <a:lstStyle/>
          <a:p>
            <a:pPr algn="ctr"/>
            <a:r>
              <a:rPr lang="en-US" sz="6600" dirty="0" smtClean="0"/>
              <a:t>Thank you</a:t>
            </a:r>
            <a:endParaRPr lang="en-US" sz="6600" dirty="0"/>
          </a:p>
        </p:txBody>
      </p:sp>
    </p:spTree>
    <p:extLst>
      <p:ext uri="{BB962C8B-B14F-4D97-AF65-F5344CB8AC3E}">
        <p14:creationId xmlns:p14="http://schemas.microsoft.com/office/powerpoint/2010/main" val="350685412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/>
      </p:par>
    </p:tnLst>
  </p:timing>
</p:sld>
</file>

<file path=ppt/theme/_rels/them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1.jpeg"/></Relationships>
</file>

<file path=ppt/theme/theme1.xml><?xml version="1.0" encoding="utf-8"?>
<a:theme xmlns:a="http://schemas.openxmlformats.org/drawingml/2006/main" name="Concourse">
  <a:themeElements>
    <a:clrScheme name="Concourse">
      <a:dk1>
        <a:sysClr val="windowText" lastClr="000000"/>
      </a:dk1>
      <a:lt1>
        <a:sysClr val="window" lastClr="FFFFFF"/>
      </a:lt1>
      <a:dk2>
        <a:srgbClr val="464646"/>
      </a:dk2>
      <a:lt2>
        <a:srgbClr val="DEF5FA"/>
      </a:lt2>
      <a:accent1>
        <a:srgbClr val="2DA2BF"/>
      </a:accent1>
      <a:accent2>
        <a:srgbClr val="DA1F28"/>
      </a:accent2>
      <a:accent3>
        <a:srgbClr val="EB641B"/>
      </a:accent3>
      <a:accent4>
        <a:srgbClr val="39639D"/>
      </a:accent4>
      <a:accent5>
        <a:srgbClr val="474B78"/>
      </a:accent5>
      <a:accent6>
        <a:srgbClr val="7D3C4A"/>
      </a:accent6>
      <a:hlink>
        <a:srgbClr val="FF8119"/>
      </a:hlink>
      <a:folHlink>
        <a:srgbClr val="44B9E8"/>
      </a:folHlink>
    </a:clrScheme>
    <a:fontScheme name="Concourse">
      <a:majorFont>
        <a:latin typeface="Lucida Sans Unicode"/>
        <a:ea typeface=""/>
        <a:cs typeface=""/>
        <a:font script="Jpan" typeface="ＭＳ Ｐゴシック"/>
        <a:font script="Hang" typeface="맑은 고딕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Uigh" typeface="Microsoft Uighur"/>
        <a:font script="Geor" typeface="Sylfaen"/>
      </a:majorFont>
      <a:minorFont>
        <a:latin typeface="Lucida Sans Unicode"/>
        <a:ea typeface=""/>
        <a:cs typeface=""/>
        <a:font script="Jpan" typeface="ＭＳ Ｐゴシック"/>
        <a:font script="Hang" typeface="맑은 고딕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Uigh" typeface="Microsoft Uighur"/>
        <a:font script="Geor" typeface="Sylfaen"/>
      </a:minorFont>
    </a:fontScheme>
    <a:fmtScheme name="Concourse">
      <a:fillStyleLst>
        <a:solidFill>
          <a:schemeClr val="phClr"/>
        </a:solidFill>
        <a:gradFill rotWithShape="1">
          <a:gsLst>
            <a:gs pos="0">
              <a:schemeClr val="phClr">
                <a:tint val="62000"/>
                <a:satMod val="180000"/>
              </a:schemeClr>
            </a:gs>
            <a:gs pos="65000">
              <a:schemeClr val="phClr">
                <a:tint val="32000"/>
                <a:satMod val="250000"/>
              </a:schemeClr>
            </a:gs>
            <a:gs pos="100000">
              <a:schemeClr val="phClr">
                <a:tint val="23000"/>
                <a:satMod val="300000"/>
              </a:schemeClr>
            </a:gs>
          </a:gsLst>
          <a:lin ang="16200000" scaled="0"/>
        </a:gradFill>
        <a:gradFill rotWithShape="1">
          <a:gsLst>
            <a:gs pos="0">
              <a:schemeClr val="phClr">
                <a:shade val="15000"/>
                <a:satMod val="180000"/>
              </a:schemeClr>
            </a:gs>
            <a:gs pos="50000">
              <a:schemeClr val="phClr">
                <a:shade val="45000"/>
                <a:satMod val="170000"/>
              </a:schemeClr>
            </a:gs>
            <a:gs pos="70000">
              <a:schemeClr val="phClr">
                <a:tint val="99000"/>
                <a:shade val="65000"/>
                <a:satMod val="155000"/>
              </a:schemeClr>
            </a:gs>
            <a:gs pos="100000">
              <a:schemeClr val="phClr">
                <a:tint val="95500"/>
                <a:shade val="100000"/>
                <a:satMod val="15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/>
          </a:solidFill>
          <a:prstDash val="solid"/>
        </a:ln>
        <a:ln w="55000" cap="flat" cmpd="thickThin" algn="ctr">
          <a:solidFill>
            <a:schemeClr val="phClr"/>
          </a:solidFill>
          <a:prstDash val="solid"/>
        </a:ln>
        <a:ln w="63500" cap="flat" cmpd="thickThin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50800" dist="381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50800" dist="381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63500" dist="38100" dir="5400000" rotWithShape="0">
              <a:srgbClr val="000000">
                <a:alpha val="45000"/>
              </a:srgbClr>
            </a:outerShdw>
          </a:effectLst>
          <a:scene3d>
            <a:camera prst="orthographicFront" fov="0">
              <a:rot lat="0" lon="0" rev="0"/>
            </a:camera>
            <a:lightRig rig="glow" dir="t">
              <a:rot lat="0" lon="0" rev="6360000"/>
            </a:lightRig>
          </a:scene3d>
          <a:sp3d contourW="1000" prstMaterial="flat">
            <a:bevelT w="95250" h="101600"/>
            <a:contourClr>
              <a:schemeClr val="phClr">
                <a:satMod val="300000"/>
              </a:schemeClr>
            </a:contourClr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55000"/>
                <a:satMod val="300000"/>
              </a:schemeClr>
            </a:gs>
            <a:gs pos="40000">
              <a:schemeClr val="phClr">
                <a:tint val="65000"/>
                <a:satMod val="300000"/>
              </a:schemeClr>
            </a:gs>
            <a:gs pos="100000">
              <a:schemeClr val="phClr">
                <a:shade val="65000"/>
                <a:satMod val="300000"/>
              </a:schemeClr>
            </a:gs>
          </a:gsLst>
          <a:path path="circle">
            <a:fillToRect l="65000" b="98000"/>
          </a:path>
        </a:gradFill>
        <a:blipFill>
          <a:blip xmlns:r="http://schemas.openxmlformats.org/officeDocument/2006/relationships" r:embed="rId1">
            <a:duotone>
              <a:schemeClr val="phClr">
                <a:shade val="60000"/>
                <a:satMod val="110000"/>
              </a:schemeClr>
              <a:schemeClr val="phClr">
                <a:tint val="95000"/>
              </a:schemeClr>
            </a:duotone>
          </a:blip>
          <a:tile tx="0" ty="0" sx="50000" sy="50000" flip="none" algn="tl"/>
        </a:blip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>Concourse</Template>
  <TotalTime>4664</TotalTime>
  <Words>682</Words>
  <Application>Microsoft Office PowerPoint</Application>
  <PresentationFormat>On-screen Show (4:3)</PresentationFormat>
  <Paragraphs>180</Paragraphs>
  <Slides>22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22</vt:i4>
      </vt:variant>
    </vt:vector>
  </HeadingPairs>
  <TitlesOfParts>
    <vt:vector size="23" baseType="lpstr">
      <vt:lpstr>Concourse</vt:lpstr>
      <vt:lpstr>Healthcare Provider Fraud Detection Using Machine Learning</vt:lpstr>
      <vt:lpstr>Main Problem </vt:lpstr>
      <vt:lpstr>Dataset Overview</vt:lpstr>
      <vt:lpstr>Data Preparation &amp; Feature Engineering</vt:lpstr>
      <vt:lpstr>Handling Class Imbalance</vt:lpstr>
      <vt:lpstr>Modeling Approach</vt:lpstr>
      <vt:lpstr>Model Comparison Table</vt:lpstr>
      <vt:lpstr>Key insights</vt:lpstr>
      <vt:lpstr>Hyperparameter Tuning (GridSearchCV)</vt:lpstr>
      <vt:lpstr>Results before tuning RF SMOTE</vt:lpstr>
      <vt:lpstr>Final Results</vt:lpstr>
      <vt:lpstr>Final Best Model: RF_tuned</vt:lpstr>
      <vt:lpstr>Confusion Matrix </vt:lpstr>
      <vt:lpstr>Confusion Matrix Results</vt:lpstr>
      <vt:lpstr>PowerPoint Presentation</vt:lpstr>
      <vt:lpstr>Error Analysis</vt:lpstr>
      <vt:lpstr>ROC Curve</vt:lpstr>
      <vt:lpstr>Precision–Recall (PR) Curve </vt:lpstr>
      <vt:lpstr>ROC &amp; PR Curves Results</vt:lpstr>
      <vt:lpstr>Conclusion &amp; Business Impact</vt:lpstr>
      <vt:lpstr>Future work</vt:lpstr>
      <vt:lpstr>Thank you</vt:lpstr>
    </vt:vector>
  </TitlesOfParts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Healthcare Provider Fraud Detection Using Machine Learning</dc:title>
  <dc:creator>HP</dc:creator>
  <cp:lastModifiedBy>HP</cp:lastModifiedBy>
  <cp:revision>30</cp:revision>
  <dcterms:created xsi:type="dcterms:W3CDTF">2025-11-29T16:00:37Z</dcterms:created>
  <dcterms:modified xsi:type="dcterms:W3CDTF">2025-12-03T21:52:05Z</dcterms:modified>
</cp:coreProperties>
</file>